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9"/>
  </p:notesMasterIdLst>
  <p:handoutMasterIdLst>
    <p:handoutMasterId r:id="rId30"/>
  </p:handoutMasterIdLst>
  <p:sldIdLst>
    <p:sldId id="338" r:id="rId5"/>
    <p:sldId id="327" r:id="rId6"/>
    <p:sldId id="315" r:id="rId7"/>
    <p:sldId id="347" r:id="rId8"/>
    <p:sldId id="329" r:id="rId9"/>
    <p:sldId id="348" r:id="rId10"/>
    <p:sldId id="302" r:id="rId11"/>
    <p:sldId id="339" r:id="rId12"/>
    <p:sldId id="340" r:id="rId13"/>
    <p:sldId id="344" r:id="rId14"/>
    <p:sldId id="345" r:id="rId15"/>
    <p:sldId id="346" r:id="rId16"/>
    <p:sldId id="350" r:id="rId17"/>
    <p:sldId id="351" r:id="rId18"/>
    <p:sldId id="352" r:id="rId19"/>
    <p:sldId id="353" r:id="rId20"/>
    <p:sldId id="356" r:id="rId21"/>
    <p:sldId id="354" r:id="rId22"/>
    <p:sldId id="355" r:id="rId23"/>
    <p:sldId id="341" r:id="rId24"/>
    <p:sldId id="349" r:id="rId25"/>
    <p:sldId id="342" r:id="rId26"/>
    <p:sldId id="343" r:id="rId27"/>
    <p:sldId id="30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1" d="100"/>
          <a:sy n="71" d="100"/>
        </p:scale>
        <p:origin x="61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t Rockey" userId="70fbca6622d5bf1c" providerId="LiveId" clId="{D82A7C0B-3DDA-4A26-9804-5EE94E38CBF5}"/>
    <pc:docChg chg="undo custSel addSld modSld sldOrd">
      <pc:chgData name="Anet Rockey" userId="70fbca6622d5bf1c" providerId="LiveId" clId="{D82A7C0B-3DDA-4A26-9804-5EE94E38CBF5}" dt="2026-09-04T07:40:23.620" v="607" actId="20577"/>
      <pc:docMkLst>
        <pc:docMk/>
      </pc:docMkLst>
      <pc:sldChg chg="modSp mod modAnim">
        <pc:chgData name="Anet Rockey" userId="70fbca6622d5bf1c" providerId="LiveId" clId="{D82A7C0B-3DDA-4A26-9804-5EE94E38CBF5}" dt="2026-09-04T06:28:59.087" v="318" actId="14100"/>
        <pc:sldMkLst>
          <pc:docMk/>
          <pc:sldMk cId="1341901065" sldId="302"/>
        </pc:sldMkLst>
        <pc:spChg chg="mod">
          <ac:chgData name="Anet Rockey" userId="70fbca6622d5bf1c" providerId="LiveId" clId="{D82A7C0B-3DDA-4A26-9804-5EE94E38CBF5}" dt="2026-09-04T06:28:59.087" v="318" actId="14100"/>
          <ac:spMkLst>
            <pc:docMk/>
            <pc:sldMk cId="1341901065" sldId="302"/>
            <ac:spMk id="7" creationId="{B21C28F5-3CA3-4B78-B5C9-550C00BB3174}"/>
          </ac:spMkLst>
        </pc:spChg>
        <pc:spChg chg="mod">
          <ac:chgData name="Anet Rockey" userId="70fbca6622d5bf1c" providerId="LiveId" clId="{D82A7C0B-3DDA-4A26-9804-5EE94E38CBF5}" dt="2026-09-04T06:28:46.235" v="317" actId="1035"/>
          <ac:spMkLst>
            <pc:docMk/>
            <pc:sldMk cId="1341901065" sldId="302"/>
            <ac:spMk id="9" creationId="{FEF304F5-32C5-4869-B185-859B567855A8}"/>
          </ac:spMkLst>
        </pc:spChg>
      </pc:sldChg>
      <pc:sldChg chg="delSp modSp mod">
        <pc:chgData name="Anet Rockey" userId="70fbca6622d5bf1c" providerId="LiveId" clId="{D82A7C0B-3DDA-4A26-9804-5EE94E38CBF5}" dt="2026-09-04T05:23:37.732" v="87" actId="478"/>
        <pc:sldMkLst>
          <pc:docMk/>
          <pc:sldMk cId="3401748718" sldId="304"/>
        </pc:sldMkLst>
        <pc:spChg chg="mod">
          <ac:chgData name="Anet Rockey" userId="70fbca6622d5bf1c" providerId="LiveId" clId="{D82A7C0B-3DDA-4A26-9804-5EE94E38CBF5}" dt="2026-09-04T05:23:32.842" v="86" actId="255"/>
          <ac:spMkLst>
            <pc:docMk/>
            <pc:sldMk cId="3401748718" sldId="304"/>
            <ac:spMk id="3" creationId="{D88C20CF-C1EE-4092-B52D-FD4AB2AB2508}"/>
          </ac:spMkLst>
        </pc:spChg>
        <pc:spChg chg="del">
          <ac:chgData name="Anet Rockey" userId="70fbca6622d5bf1c" providerId="LiveId" clId="{D82A7C0B-3DDA-4A26-9804-5EE94E38CBF5}" dt="2026-09-04T05:23:37.732" v="87" actId="478"/>
          <ac:spMkLst>
            <pc:docMk/>
            <pc:sldMk cId="3401748718" sldId="304"/>
            <ac:spMk id="12" creationId="{BC277FD7-925B-4C3D-A364-118403201507}"/>
          </ac:spMkLst>
        </pc:spChg>
      </pc:sldChg>
      <pc:sldChg chg="addSp modSp mod">
        <pc:chgData name="Anet Rockey" userId="70fbca6622d5bf1c" providerId="LiveId" clId="{D82A7C0B-3DDA-4A26-9804-5EE94E38CBF5}" dt="2026-09-04T05:33:10.844" v="221" actId="1035"/>
        <pc:sldMkLst>
          <pc:docMk/>
          <pc:sldMk cId="3696770303" sldId="315"/>
        </pc:sldMkLst>
        <pc:spChg chg="mod">
          <ac:chgData name="Anet Rockey" userId="70fbca6622d5bf1c" providerId="LiveId" clId="{D82A7C0B-3DDA-4A26-9804-5EE94E38CBF5}" dt="2026-09-04T05:33:04.040" v="206" actId="1035"/>
          <ac:spMkLst>
            <pc:docMk/>
            <pc:sldMk cId="3696770303" sldId="315"/>
            <ac:spMk id="3" creationId="{EBF2FBC7-3552-4F01-BB27-8BEEE74F7277}"/>
          </ac:spMkLst>
        </pc:spChg>
        <pc:spChg chg="add mod">
          <ac:chgData name="Anet Rockey" userId="70fbca6622d5bf1c" providerId="LiveId" clId="{D82A7C0B-3DDA-4A26-9804-5EE94E38CBF5}" dt="2026-09-04T05:33:10.844" v="221" actId="1035"/>
          <ac:spMkLst>
            <pc:docMk/>
            <pc:sldMk cId="3696770303" sldId="315"/>
            <ac:spMk id="7" creationId="{DCEC1CD1-908F-4EFD-A86A-18373C50CBB1}"/>
          </ac:spMkLst>
        </pc:spChg>
      </pc:sldChg>
      <pc:sldChg chg="modSp mod modAnim">
        <pc:chgData name="Anet Rockey" userId="70fbca6622d5bf1c" providerId="LiveId" clId="{D82A7C0B-3DDA-4A26-9804-5EE94E38CBF5}" dt="2026-09-04T05:32:04.878" v="161" actId="2711"/>
        <pc:sldMkLst>
          <pc:docMk/>
          <pc:sldMk cId="3098548442" sldId="327"/>
        </pc:sldMkLst>
        <pc:spChg chg="mod">
          <ac:chgData name="Anet Rockey" userId="70fbca6622d5bf1c" providerId="LiveId" clId="{D82A7C0B-3DDA-4A26-9804-5EE94E38CBF5}" dt="2026-09-04T05:32:04.878" v="161" actId="2711"/>
          <ac:spMkLst>
            <pc:docMk/>
            <pc:sldMk cId="3098548442" sldId="327"/>
            <ac:spMk id="2" creationId="{E46E4DD1-270B-4C80-AFF0-EB26F132AF36}"/>
          </ac:spMkLst>
        </pc:spChg>
      </pc:sldChg>
      <pc:sldChg chg="addSp delSp modSp mod modAnim">
        <pc:chgData name="Anet Rockey" userId="70fbca6622d5bf1c" providerId="LiveId" clId="{D82A7C0B-3DDA-4A26-9804-5EE94E38CBF5}" dt="2026-09-04T06:31:13.078" v="340" actId="20577"/>
        <pc:sldMkLst>
          <pc:docMk/>
          <pc:sldMk cId="48075006" sldId="329"/>
        </pc:sldMkLst>
        <pc:spChg chg="mod">
          <ac:chgData name="Anet Rockey" userId="70fbca6622d5bf1c" providerId="LiveId" clId="{D82A7C0B-3DDA-4A26-9804-5EE94E38CBF5}" dt="2026-09-04T06:31:13.078" v="340" actId="20577"/>
          <ac:spMkLst>
            <pc:docMk/>
            <pc:sldMk cId="48075006" sldId="329"/>
            <ac:spMk id="2" creationId="{664E3B60-2780-459A-8583-F095D5E7463A}"/>
          </ac:spMkLst>
        </pc:spChg>
        <pc:spChg chg="mod">
          <ac:chgData name="Anet Rockey" userId="70fbca6622d5bf1c" providerId="LiveId" clId="{D82A7C0B-3DDA-4A26-9804-5EE94E38CBF5}" dt="2026-09-04T05:34:52.150" v="275" actId="1036"/>
          <ac:spMkLst>
            <pc:docMk/>
            <pc:sldMk cId="48075006" sldId="329"/>
            <ac:spMk id="4" creationId="{1A4A072B-83C6-4607-AE6A-5AD61CC72C44}"/>
          </ac:spMkLst>
        </pc:spChg>
        <pc:picChg chg="add del mod">
          <ac:chgData name="Anet Rockey" userId="70fbca6622d5bf1c" providerId="LiveId" clId="{D82A7C0B-3DDA-4A26-9804-5EE94E38CBF5}" dt="2026-09-04T05:36:55.486" v="306" actId="14100"/>
          <ac:picMkLst>
            <pc:docMk/>
            <pc:sldMk cId="48075006" sldId="329"/>
            <ac:picMk id="6" creationId="{E8B153BB-61B9-403F-8AE5-F75400450AC0}"/>
          </ac:picMkLst>
        </pc:picChg>
      </pc:sldChg>
      <pc:sldChg chg="delSp modSp mod modAnim">
        <pc:chgData name="Anet Rockey" userId="70fbca6622d5bf1c" providerId="LiveId" clId="{D82A7C0B-3DDA-4A26-9804-5EE94E38CBF5}" dt="2026-09-04T07:40:23.620" v="607" actId="20577"/>
        <pc:sldMkLst>
          <pc:docMk/>
          <pc:sldMk cId="1604013440" sldId="338"/>
        </pc:sldMkLst>
        <pc:spChg chg="mod">
          <ac:chgData name="Anet Rockey" userId="70fbca6622d5bf1c" providerId="LiveId" clId="{D82A7C0B-3DDA-4A26-9804-5EE94E38CBF5}" dt="2026-09-04T07:40:23.620" v="607" actId="20577"/>
          <ac:spMkLst>
            <pc:docMk/>
            <pc:sldMk cId="1604013440" sldId="338"/>
            <ac:spMk id="2" creationId="{7201737A-B873-4D1D-8A41-5ABF5184BC8F}"/>
          </ac:spMkLst>
        </pc:spChg>
        <pc:spChg chg="del mod">
          <ac:chgData name="Anet Rockey" userId="70fbca6622d5bf1c" providerId="LiveId" clId="{D82A7C0B-3DDA-4A26-9804-5EE94E38CBF5}" dt="2026-09-04T05:20:28.905" v="71" actId="478"/>
          <ac:spMkLst>
            <pc:docMk/>
            <pc:sldMk cId="1604013440" sldId="338"/>
            <ac:spMk id="3" creationId="{17F04107-8754-E47D-3375-529E689711FA}"/>
          </ac:spMkLst>
        </pc:spChg>
        <pc:spChg chg="mod">
          <ac:chgData name="Anet Rockey" userId="70fbca6622d5bf1c" providerId="LiveId" clId="{D82A7C0B-3DDA-4A26-9804-5EE94E38CBF5}" dt="2026-09-04T05:24:50.776" v="144" actId="1076"/>
          <ac:spMkLst>
            <pc:docMk/>
            <pc:sldMk cId="1604013440" sldId="338"/>
            <ac:spMk id="4" creationId="{92056599-CDAA-4367-BEF8-31D6E32518C8}"/>
          </ac:spMkLst>
        </pc:spChg>
      </pc:sldChg>
      <pc:sldChg chg="addSp modSp mod">
        <pc:chgData name="Anet Rockey" userId="70fbca6622d5bf1c" providerId="LiveId" clId="{D82A7C0B-3DDA-4A26-9804-5EE94E38CBF5}" dt="2026-09-04T07:37:41.460" v="594" actId="1076"/>
        <pc:sldMkLst>
          <pc:docMk/>
          <pc:sldMk cId="1086225493" sldId="339"/>
        </pc:sldMkLst>
        <pc:picChg chg="add mod">
          <ac:chgData name="Anet Rockey" userId="70fbca6622d5bf1c" providerId="LiveId" clId="{D82A7C0B-3DDA-4A26-9804-5EE94E38CBF5}" dt="2026-09-04T07:37:41.460" v="594" actId="1076"/>
          <ac:picMkLst>
            <pc:docMk/>
            <pc:sldMk cId="1086225493" sldId="339"/>
            <ac:picMk id="3" creationId="{D38489B6-4393-4C00-ADD3-5F1D26C3FB25}"/>
          </ac:picMkLst>
        </pc:picChg>
      </pc:sldChg>
      <pc:sldChg chg="addSp modSp mod">
        <pc:chgData name="Anet Rockey" userId="70fbca6622d5bf1c" providerId="LiveId" clId="{D82A7C0B-3DDA-4A26-9804-5EE94E38CBF5}" dt="2026-09-04T07:37:33.353" v="592" actId="14100"/>
        <pc:sldMkLst>
          <pc:docMk/>
          <pc:sldMk cId="3849627828" sldId="340"/>
        </pc:sldMkLst>
        <pc:picChg chg="add mod">
          <ac:chgData name="Anet Rockey" userId="70fbca6622d5bf1c" providerId="LiveId" clId="{D82A7C0B-3DDA-4A26-9804-5EE94E38CBF5}" dt="2026-09-04T07:37:33.353" v="592" actId="14100"/>
          <ac:picMkLst>
            <pc:docMk/>
            <pc:sldMk cId="3849627828" sldId="340"/>
            <ac:picMk id="3" creationId="{873D318F-C574-486C-B09B-2A07FFA219D4}"/>
          </ac:picMkLst>
        </pc:picChg>
      </pc:sldChg>
      <pc:sldChg chg="addSp delSp modSp mod">
        <pc:chgData name="Anet Rockey" userId="70fbca6622d5bf1c" providerId="LiveId" clId="{D82A7C0B-3DDA-4A26-9804-5EE94E38CBF5}" dt="2026-09-04T06:37:08.948" v="513" actId="20577"/>
        <pc:sldMkLst>
          <pc:docMk/>
          <pc:sldMk cId="776828144" sldId="341"/>
        </pc:sldMkLst>
        <pc:spChg chg="add del">
          <ac:chgData name="Anet Rockey" userId="70fbca6622d5bf1c" providerId="LiveId" clId="{D82A7C0B-3DDA-4A26-9804-5EE94E38CBF5}" dt="2026-09-04T06:32:38.670" v="345"/>
          <ac:spMkLst>
            <pc:docMk/>
            <pc:sldMk cId="776828144" sldId="341"/>
            <ac:spMk id="2" creationId="{1C2409F8-88F8-49FE-8351-110B25BF69C6}"/>
          </ac:spMkLst>
        </pc:spChg>
        <pc:spChg chg="add del mod">
          <ac:chgData name="Anet Rockey" userId="70fbca6622d5bf1c" providerId="LiveId" clId="{D82A7C0B-3DDA-4A26-9804-5EE94E38CBF5}" dt="2026-09-04T06:34:41.498" v="460"/>
          <ac:spMkLst>
            <pc:docMk/>
            <pc:sldMk cId="776828144" sldId="341"/>
            <ac:spMk id="3" creationId="{E69C4A02-FF10-43A5-9BF8-21535B62EFC2}"/>
          </ac:spMkLst>
        </pc:spChg>
        <pc:spChg chg="mod">
          <ac:chgData name="Anet Rockey" userId="70fbca6622d5bf1c" providerId="LiveId" clId="{D82A7C0B-3DDA-4A26-9804-5EE94E38CBF5}" dt="2026-09-04T06:35:31.881" v="478" actId="1035"/>
          <ac:spMkLst>
            <pc:docMk/>
            <pc:sldMk cId="776828144" sldId="341"/>
            <ac:spMk id="4" creationId="{9B097C2C-D75A-31D4-CD9F-366F39CDE51D}"/>
          </ac:spMkLst>
        </pc:spChg>
        <pc:spChg chg="add mod">
          <ac:chgData name="Anet Rockey" userId="70fbca6622d5bf1c" providerId="LiveId" clId="{D82A7C0B-3DDA-4A26-9804-5EE94E38CBF5}" dt="2026-09-04T06:37:08.948" v="513" actId="20577"/>
          <ac:spMkLst>
            <pc:docMk/>
            <pc:sldMk cId="776828144" sldId="341"/>
            <ac:spMk id="6" creationId="{05A8AB8E-B597-483B-B345-D75CEA186425}"/>
          </ac:spMkLst>
        </pc:spChg>
      </pc:sldChg>
      <pc:sldChg chg="addSp modSp mod">
        <pc:chgData name="Anet Rockey" userId="70fbca6622d5bf1c" providerId="LiveId" clId="{D82A7C0B-3DDA-4A26-9804-5EE94E38CBF5}" dt="2026-09-04T06:39:51.127" v="554" actId="1076"/>
        <pc:sldMkLst>
          <pc:docMk/>
          <pc:sldMk cId="3863610428" sldId="342"/>
        </pc:sldMkLst>
        <pc:spChg chg="add mod">
          <ac:chgData name="Anet Rockey" userId="70fbca6622d5bf1c" providerId="LiveId" clId="{D82A7C0B-3DDA-4A26-9804-5EE94E38CBF5}" dt="2026-09-04T06:39:51.127" v="554" actId="1076"/>
          <ac:spMkLst>
            <pc:docMk/>
            <pc:sldMk cId="3863610428" sldId="342"/>
            <ac:spMk id="2" creationId="{3556A5DD-2E3A-4BDA-9010-E58F21E2C407}"/>
          </ac:spMkLst>
        </pc:spChg>
      </pc:sldChg>
      <pc:sldChg chg="addSp modSp mod">
        <pc:chgData name="Anet Rockey" userId="70fbca6622d5bf1c" providerId="LiveId" clId="{D82A7C0B-3DDA-4A26-9804-5EE94E38CBF5}" dt="2026-09-04T05:23:10.077" v="83" actId="14100"/>
        <pc:sldMkLst>
          <pc:docMk/>
          <pc:sldMk cId="3962802212" sldId="343"/>
        </pc:sldMkLst>
        <pc:spChg chg="mod">
          <ac:chgData name="Anet Rockey" userId="70fbca6622d5bf1c" providerId="LiveId" clId="{D82A7C0B-3DDA-4A26-9804-5EE94E38CBF5}" dt="2026-09-04T05:23:03.254" v="82" actId="1076"/>
          <ac:spMkLst>
            <pc:docMk/>
            <pc:sldMk cId="3962802212" sldId="343"/>
            <ac:spMk id="4" creationId="{42B692F6-18B4-BC16-EA0C-48FFBD5621DF}"/>
          </ac:spMkLst>
        </pc:spChg>
        <pc:picChg chg="add mod">
          <ac:chgData name="Anet Rockey" userId="70fbca6622d5bf1c" providerId="LiveId" clId="{D82A7C0B-3DDA-4A26-9804-5EE94E38CBF5}" dt="2026-09-04T05:23:10.077" v="83" actId="14100"/>
          <ac:picMkLst>
            <pc:docMk/>
            <pc:sldMk cId="3962802212" sldId="343"/>
            <ac:picMk id="3" creationId="{4F172797-F101-4B3C-A888-68FB617B3482}"/>
          </ac:picMkLst>
        </pc:picChg>
      </pc:sldChg>
      <pc:sldChg chg="addSp modSp mod">
        <pc:chgData name="Anet Rockey" userId="70fbca6622d5bf1c" providerId="LiveId" clId="{D82A7C0B-3DDA-4A26-9804-5EE94E38CBF5}" dt="2026-09-04T07:37:26.064" v="591" actId="1076"/>
        <pc:sldMkLst>
          <pc:docMk/>
          <pc:sldMk cId="1698901770" sldId="344"/>
        </pc:sldMkLst>
        <pc:picChg chg="add mod">
          <ac:chgData name="Anet Rockey" userId="70fbca6622d5bf1c" providerId="LiveId" clId="{D82A7C0B-3DDA-4A26-9804-5EE94E38CBF5}" dt="2026-09-04T07:37:26.064" v="591" actId="1076"/>
          <ac:picMkLst>
            <pc:docMk/>
            <pc:sldMk cId="1698901770" sldId="344"/>
            <ac:picMk id="3" creationId="{EEB34D70-0F02-4ABB-BA85-11FACBAA9CEB}"/>
          </ac:picMkLst>
        </pc:picChg>
      </pc:sldChg>
      <pc:sldChg chg="addSp modSp mod">
        <pc:chgData name="Anet Rockey" userId="70fbca6622d5bf1c" providerId="LiveId" clId="{D82A7C0B-3DDA-4A26-9804-5EE94E38CBF5}" dt="2026-09-04T07:37:16.229" v="589" actId="1076"/>
        <pc:sldMkLst>
          <pc:docMk/>
          <pc:sldMk cId="1903979828" sldId="345"/>
        </pc:sldMkLst>
        <pc:picChg chg="add mod">
          <ac:chgData name="Anet Rockey" userId="70fbca6622d5bf1c" providerId="LiveId" clId="{D82A7C0B-3DDA-4A26-9804-5EE94E38CBF5}" dt="2026-09-04T07:37:16.229" v="589" actId="1076"/>
          <ac:picMkLst>
            <pc:docMk/>
            <pc:sldMk cId="1903979828" sldId="345"/>
            <ac:picMk id="3" creationId="{4B020B85-BD5C-449D-A241-508D6FC5C69C}"/>
          </ac:picMkLst>
        </pc:picChg>
      </pc:sldChg>
      <pc:sldChg chg="addSp modSp mod">
        <pc:chgData name="Anet Rockey" userId="70fbca6622d5bf1c" providerId="LiveId" clId="{D82A7C0B-3DDA-4A26-9804-5EE94E38CBF5}" dt="2026-09-04T07:37:06.881" v="587" actId="1076"/>
        <pc:sldMkLst>
          <pc:docMk/>
          <pc:sldMk cId="1421522261" sldId="346"/>
        </pc:sldMkLst>
        <pc:picChg chg="add mod">
          <ac:chgData name="Anet Rockey" userId="70fbca6622d5bf1c" providerId="LiveId" clId="{D82A7C0B-3DDA-4A26-9804-5EE94E38CBF5}" dt="2026-09-04T07:37:06.881" v="587" actId="1076"/>
          <ac:picMkLst>
            <pc:docMk/>
            <pc:sldMk cId="1421522261" sldId="346"/>
            <ac:picMk id="3" creationId="{2215B0E8-C9C6-45F3-B728-03EC17366B64}"/>
          </ac:picMkLst>
        </pc:picChg>
      </pc:sldChg>
      <pc:sldChg chg="modSp add mod setBg">
        <pc:chgData name="Anet Rockey" userId="70fbca6622d5bf1c" providerId="LiveId" clId="{D82A7C0B-3DDA-4A26-9804-5EE94E38CBF5}" dt="2026-09-04T05:33:54.728" v="242" actId="1036"/>
        <pc:sldMkLst>
          <pc:docMk/>
          <pc:sldMk cId="453353060" sldId="347"/>
        </pc:sldMkLst>
        <pc:spChg chg="mod">
          <ac:chgData name="Anet Rockey" userId="70fbca6622d5bf1c" providerId="LiveId" clId="{D82A7C0B-3DDA-4A26-9804-5EE94E38CBF5}" dt="2026-09-04T05:33:54.728" v="242" actId="1036"/>
          <ac:spMkLst>
            <pc:docMk/>
            <pc:sldMk cId="453353060" sldId="347"/>
            <ac:spMk id="3" creationId="{EBF2FBC7-3552-4F01-BB27-8BEEE74F7277}"/>
          </ac:spMkLst>
        </pc:spChg>
        <pc:spChg chg="mod">
          <ac:chgData name="Anet Rockey" userId="70fbca6622d5bf1c" providerId="LiveId" clId="{D82A7C0B-3DDA-4A26-9804-5EE94E38CBF5}" dt="2026-09-04T05:33:47.663" v="233" actId="1036"/>
          <ac:spMkLst>
            <pc:docMk/>
            <pc:sldMk cId="453353060" sldId="347"/>
            <ac:spMk id="7" creationId="{DCEC1CD1-908F-4EFD-A86A-18373C50CBB1}"/>
          </ac:spMkLst>
        </pc:spChg>
      </pc:sldChg>
      <pc:sldChg chg="addSp delSp modSp add mod modAnim">
        <pc:chgData name="Anet Rockey" userId="70fbca6622d5bf1c" providerId="LiveId" clId="{D82A7C0B-3DDA-4A26-9804-5EE94E38CBF5}" dt="2026-09-04T06:30:49.866" v="335" actId="20577"/>
        <pc:sldMkLst>
          <pc:docMk/>
          <pc:sldMk cId="817585005" sldId="348"/>
        </pc:sldMkLst>
        <pc:spChg chg="mod">
          <ac:chgData name="Anet Rockey" userId="70fbca6622d5bf1c" providerId="LiveId" clId="{D82A7C0B-3DDA-4A26-9804-5EE94E38CBF5}" dt="2026-09-04T06:30:49.866" v="335" actId="20577"/>
          <ac:spMkLst>
            <pc:docMk/>
            <pc:sldMk cId="817585005" sldId="348"/>
            <ac:spMk id="2" creationId="{664E3B60-2780-459A-8583-F095D5E7463A}"/>
          </ac:spMkLst>
        </pc:spChg>
        <pc:spChg chg="add del mod">
          <ac:chgData name="Anet Rockey" userId="70fbca6622d5bf1c" providerId="LiveId" clId="{D82A7C0B-3DDA-4A26-9804-5EE94E38CBF5}" dt="2026-09-04T06:30:12.775" v="326"/>
          <ac:spMkLst>
            <pc:docMk/>
            <pc:sldMk cId="817585005" sldId="348"/>
            <ac:spMk id="9" creationId="{847043AD-F7B6-45AB-9769-0B577CC5D9FA}"/>
          </ac:spMkLst>
        </pc:spChg>
        <pc:spChg chg="add del mod">
          <ac:chgData name="Anet Rockey" userId="70fbca6622d5bf1c" providerId="LiveId" clId="{D82A7C0B-3DDA-4A26-9804-5EE94E38CBF5}" dt="2026-09-04T06:30:12.775" v="326"/>
          <ac:spMkLst>
            <pc:docMk/>
            <pc:sldMk cId="817585005" sldId="348"/>
            <ac:spMk id="10" creationId="{C7C9B2E6-D379-4A2A-89A9-DE250CFAAD87}"/>
          </ac:spMkLst>
        </pc:spChg>
        <pc:spChg chg="add del mod">
          <ac:chgData name="Anet Rockey" userId="70fbca6622d5bf1c" providerId="LiveId" clId="{D82A7C0B-3DDA-4A26-9804-5EE94E38CBF5}" dt="2026-09-04T06:30:12.775" v="326"/>
          <ac:spMkLst>
            <pc:docMk/>
            <pc:sldMk cId="817585005" sldId="348"/>
            <ac:spMk id="11" creationId="{B699FC09-E477-4369-B296-65BE56718393}"/>
          </ac:spMkLst>
        </pc:spChg>
        <pc:spChg chg="add del mod">
          <ac:chgData name="Anet Rockey" userId="70fbca6622d5bf1c" providerId="LiveId" clId="{D82A7C0B-3DDA-4A26-9804-5EE94E38CBF5}" dt="2026-09-04T06:30:12.775" v="326"/>
          <ac:spMkLst>
            <pc:docMk/>
            <pc:sldMk cId="817585005" sldId="348"/>
            <ac:spMk id="12" creationId="{3023D701-746A-40BC-97C0-B3FB3998AAB2}"/>
          </ac:spMkLst>
        </pc:spChg>
        <pc:spChg chg="add del mod">
          <ac:chgData name="Anet Rockey" userId="70fbca6622d5bf1c" providerId="LiveId" clId="{D82A7C0B-3DDA-4A26-9804-5EE94E38CBF5}" dt="2026-09-04T06:30:12.775" v="326"/>
          <ac:spMkLst>
            <pc:docMk/>
            <pc:sldMk cId="817585005" sldId="348"/>
            <ac:spMk id="13" creationId="{B8D1DFC3-5387-45E3-B081-F0D148369FFE}"/>
          </ac:spMkLst>
        </pc:spChg>
        <pc:spChg chg="add del mod">
          <ac:chgData name="Anet Rockey" userId="70fbca6622d5bf1c" providerId="LiveId" clId="{D82A7C0B-3DDA-4A26-9804-5EE94E38CBF5}" dt="2026-09-04T06:30:12.775" v="326"/>
          <ac:spMkLst>
            <pc:docMk/>
            <pc:sldMk cId="817585005" sldId="348"/>
            <ac:spMk id="14" creationId="{F79CEF2C-D781-40CC-9072-B480D748F1E9}"/>
          </ac:spMkLst>
        </pc:spChg>
        <pc:spChg chg="add del mod">
          <ac:chgData name="Anet Rockey" userId="70fbca6622d5bf1c" providerId="LiveId" clId="{D82A7C0B-3DDA-4A26-9804-5EE94E38CBF5}" dt="2026-09-04T06:30:12.775" v="326"/>
          <ac:spMkLst>
            <pc:docMk/>
            <pc:sldMk cId="817585005" sldId="348"/>
            <ac:spMk id="15" creationId="{7AD17E4B-45C8-4148-9791-A72D449ABFD1}"/>
          </ac:spMkLst>
        </pc:spChg>
        <pc:spChg chg="add del mod">
          <ac:chgData name="Anet Rockey" userId="70fbca6622d5bf1c" providerId="LiveId" clId="{D82A7C0B-3DDA-4A26-9804-5EE94E38CBF5}" dt="2026-09-04T06:30:12.775" v="326"/>
          <ac:spMkLst>
            <pc:docMk/>
            <pc:sldMk cId="817585005" sldId="348"/>
            <ac:spMk id="16" creationId="{09EC114B-FFE4-424E-B18E-F5166E234FD9}"/>
          </ac:spMkLst>
        </pc:spChg>
        <pc:spChg chg="add del mod">
          <ac:chgData name="Anet Rockey" userId="70fbca6622d5bf1c" providerId="LiveId" clId="{D82A7C0B-3DDA-4A26-9804-5EE94E38CBF5}" dt="2026-09-04T06:30:12.775" v="326"/>
          <ac:spMkLst>
            <pc:docMk/>
            <pc:sldMk cId="817585005" sldId="348"/>
            <ac:spMk id="17" creationId="{C84AAE94-0CB6-4E13-9D24-738C1D12F331}"/>
          </ac:spMkLst>
        </pc:spChg>
        <pc:spChg chg="add del mod">
          <ac:chgData name="Anet Rockey" userId="70fbca6622d5bf1c" providerId="LiveId" clId="{D82A7C0B-3DDA-4A26-9804-5EE94E38CBF5}" dt="2026-09-04T06:30:12.775" v="326"/>
          <ac:spMkLst>
            <pc:docMk/>
            <pc:sldMk cId="817585005" sldId="348"/>
            <ac:spMk id="18" creationId="{A67AFD6E-3822-4A1C-B58D-CD1C2DFAB939}"/>
          </ac:spMkLst>
        </pc:spChg>
        <pc:spChg chg="add del mod">
          <ac:chgData name="Anet Rockey" userId="70fbca6622d5bf1c" providerId="LiveId" clId="{D82A7C0B-3DDA-4A26-9804-5EE94E38CBF5}" dt="2026-09-04T06:30:12.775" v="326"/>
          <ac:spMkLst>
            <pc:docMk/>
            <pc:sldMk cId="817585005" sldId="348"/>
            <ac:spMk id="19" creationId="{B3C2D5B0-18FC-4CCD-9F85-A978CED81955}"/>
          </ac:spMkLst>
        </pc:spChg>
        <pc:spChg chg="add del mod">
          <ac:chgData name="Anet Rockey" userId="70fbca6622d5bf1c" providerId="LiveId" clId="{D82A7C0B-3DDA-4A26-9804-5EE94E38CBF5}" dt="2026-09-04T06:30:12.775" v="326"/>
          <ac:spMkLst>
            <pc:docMk/>
            <pc:sldMk cId="817585005" sldId="348"/>
            <ac:spMk id="20" creationId="{8CDCB67A-52ED-4B0E-90A8-DA54B9D109B7}"/>
          </ac:spMkLst>
        </pc:spChg>
        <pc:spChg chg="add del mod">
          <ac:chgData name="Anet Rockey" userId="70fbca6622d5bf1c" providerId="LiveId" clId="{D82A7C0B-3DDA-4A26-9804-5EE94E38CBF5}" dt="2026-09-04T06:30:12.775" v="326"/>
          <ac:spMkLst>
            <pc:docMk/>
            <pc:sldMk cId="817585005" sldId="348"/>
            <ac:spMk id="21" creationId="{01F86000-CFB4-4082-A1E3-C3E827C1F2C1}"/>
          </ac:spMkLst>
        </pc:spChg>
        <pc:spChg chg="add del mod">
          <ac:chgData name="Anet Rockey" userId="70fbca6622d5bf1c" providerId="LiveId" clId="{D82A7C0B-3DDA-4A26-9804-5EE94E38CBF5}" dt="2026-09-04T06:30:12.775" v="326"/>
          <ac:spMkLst>
            <pc:docMk/>
            <pc:sldMk cId="817585005" sldId="348"/>
            <ac:spMk id="22" creationId="{E6B8101D-F7DD-4E6B-8EFE-1088F684E308}"/>
          </ac:spMkLst>
        </pc:spChg>
        <pc:spChg chg="add del mod">
          <ac:chgData name="Anet Rockey" userId="70fbca6622d5bf1c" providerId="LiveId" clId="{D82A7C0B-3DDA-4A26-9804-5EE94E38CBF5}" dt="2026-09-04T06:30:12.775" v="326"/>
          <ac:spMkLst>
            <pc:docMk/>
            <pc:sldMk cId="817585005" sldId="348"/>
            <ac:spMk id="23" creationId="{E5C63DAE-E36C-4183-A116-9B12DCCE728F}"/>
          </ac:spMkLst>
        </pc:spChg>
        <pc:spChg chg="add del mod">
          <ac:chgData name="Anet Rockey" userId="70fbca6622d5bf1c" providerId="LiveId" clId="{D82A7C0B-3DDA-4A26-9804-5EE94E38CBF5}" dt="2026-09-04T06:30:12.775" v="326"/>
          <ac:spMkLst>
            <pc:docMk/>
            <pc:sldMk cId="817585005" sldId="348"/>
            <ac:spMk id="24" creationId="{E14796AF-F7CC-47E4-8A61-9D6E5305EC51}"/>
          </ac:spMkLst>
        </pc:spChg>
        <pc:spChg chg="add del mod">
          <ac:chgData name="Anet Rockey" userId="70fbca6622d5bf1c" providerId="LiveId" clId="{D82A7C0B-3DDA-4A26-9804-5EE94E38CBF5}" dt="2026-09-04T06:30:12.775" v="326"/>
          <ac:spMkLst>
            <pc:docMk/>
            <pc:sldMk cId="817585005" sldId="348"/>
            <ac:spMk id="25" creationId="{123E809A-4B04-499D-9F80-45D5AE28580D}"/>
          </ac:spMkLst>
        </pc:spChg>
        <pc:spChg chg="add del mod">
          <ac:chgData name="Anet Rockey" userId="70fbca6622d5bf1c" providerId="LiveId" clId="{D82A7C0B-3DDA-4A26-9804-5EE94E38CBF5}" dt="2026-09-04T06:30:12.775" v="326"/>
          <ac:spMkLst>
            <pc:docMk/>
            <pc:sldMk cId="817585005" sldId="348"/>
            <ac:spMk id="26" creationId="{C017E26D-F7CB-42CB-8CC8-AA83A2B43526}"/>
          </ac:spMkLst>
        </pc:spChg>
        <pc:spChg chg="add del mod">
          <ac:chgData name="Anet Rockey" userId="70fbca6622d5bf1c" providerId="LiveId" clId="{D82A7C0B-3DDA-4A26-9804-5EE94E38CBF5}" dt="2026-09-04T06:30:12.775" v="326"/>
          <ac:spMkLst>
            <pc:docMk/>
            <pc:sldMk cId="817585005" sldId="348"/>
            <ac:spMk id="27" creationId="{4EB3831B-7792-4447-ACC1-ACD23C059B4B}"/>
          </ac:spMkLst>
        </pc:spChg>
        <pc:spChg chg="add del mod">
          <ac:chgData name="Anet Rockey" userId="70fbca6622d5bf1c" providerId="LiveId" clId="{D82A7C0B-3DDA-4A26-9804-5EE94E38CBF5}" dt="2026-09-04T06:30:12.775" v="326"/>
          <ac:spMkLst>
            <pc:docMk/>
            <pc:sldMk cId="817585005" sldId="348"/>
            <ac:spMk id="28" creationId="{D28B8291-55A0-431D-A693-F02488A8DD81}"/>
          </ac:spMkLst>
        </pc:spChg>
        <pc:spChg chg="add del mod">
          <ac:chgData name="Anet Rockey" userId="70fbca6622d5bf1c" providerId="LiveId" clId="{D82A7C0B-3DDA-4A26-9804-5EE94E38CBF5}" dt="2026-09-04T06:30:12.775" v="326"/>
          <ac:spMkLst>
            <pc:docMk/>
            <pc:sldMk cId="817585005" sldId="348"/>
            <ac:spMk id="29" creationId="{0C907396-E547-40C7-88DA-D3845ACF7B89}"/>
          </ac:spMkLst>
        </pc:spChg>
        <pc:spChg chg="add del mod">
          <ac:chgData name="Anet Rockey" userId="70fbca6622d5bf1c" providerId="LiveId" clId="{D82A7C0B-3DDA-4A26-9804-5EE94E38CBF5}" dt="2026-09-04T06:30:12.775" v="326"/>
          <ac:spMkLst>
            <pc:docMk/>
            <pc:sldMk cId="817585005" sldId="348"/>
            <ac:spMk id="30" creationId="{12E26372-A3C2-4E79-86FD-7C291566A239}"/>
          </ac:spMkLst>
        </pc:spChg>
        <pc:spChg chg="add del mod">
          <ac:chgData name="Anet Rockey" userId="70fbca6622d5bf1c" providerId="LiveId" clId="{D82A7C0B-3DDA-4A26-9804-5EE94E38CBF5}" dt="2026-09-04T06:30:12.775" v="326"/>
          <ac:spMkLst>
            <pc:docMk/>
            <pc:sldMk cId="817585005" sldId="348"/>
            <ac:spMk id="31" creationId="{052B6A45-ED29-43D9-BA4C-D2240949F30C}"/>
          </ac:spMkLst>
        </pc:spChg>
        <pc:spChg chg="add del mod">
          <ac:chgData name="Anet Rockey" userId="70fbca6622d5bf1c" providerId="LiveId" clId="{D82A7C0B-3DDA-4A26-9804-5EE94E38CBF5}" dt="2026-09-04T06:30:12.775" v="326"/>
          <ac:spMkLst>
            <pc:docMk/>
            <pc:sldMk cId="817585005" sldId="348"/>
            <ac:spMk id="32" creationId="{19513B9E-2EC4-4B1E-A4E3-DFD0B975C7D3}"/>
          </ac:spMkLst>
        </pc:spChg>
        <pc:spChg chg="add del mod">
          <ac:chgData name="Anet Rockey" userId="70fbca6622d5bf1c" providerId="LiveId" clId="{D82A7C0B-3DDA-4A26-9804-5EE94E38CBF5}" dt="2026-09-04T06:30:12.775" v="326"/>
          <ac:spMkLst>
            <pc:docMk/>
            <pc:sldMk cId="817585005" sldId="348"/>
            <ac:spMk id="33" creationId="{24B85B85-E6C1-4634-AF0C-79947C93383A}"/>
          </ac:spMkLst>
        </pc:spChg>
        <pc:spChg chg="add del mod">
          <ac:chgData name="Anet Rockey" userId="70fbca6622d5bf1c" providerId="LiveId" clId="{D82A7C0B-3DDA-4A26-9804-5EE94E38CBF5}" dt="2026-09-04T06:30:12.775" v="326"/>
          <ac:spMkLst>
            <pc:docMk/>
            <pc:sldMk cId="817585005" sldId="348"/>
            <ac:spMk id="34" creationId="{6A5AE9FC-D4DA-4338-B04A-5BEBE599C403}"/>
          </ac:spMkLst>
        </pc:spChg>
        <pc:spChg chg="add del mod">
          <ac:chgData name="Anet Rockey" userId="70fbca6622d5bf1c" providerId="LiveId" clId="{D82A7C0B-3DDA-4A26-9804-5EE94E38CBF5}" dt="2026-09-04T06:30:12.775" v="326"/>
          <ac:spMkLst>
            <pc:docMk/>
            <pc:sldMk cId="817585005" sldId="348"/>
            <ac:spMk id="35" creationId="{D03C7C1F-7618-47A3-949F-371155408921}"/>
          </ac:spMkLst>
        </pc:spChg>
        <pc:spChg chg="add del mod">
          <ac:chgData name="Anet Rockey" userId="70fbca6622d5bf1c" providerId="LiveId" clId="{D82A7C0B-3DDA-4A26-9804-5EE94E38CBF5}" dt="2026-09-04T06:30:12.775" v="326"/>
          <ac:spMkLst>
            <pc:docMk/>
            <pc:sldMk cId="817585005" sldId="348"/>
            <ac:spMk id="36" creationId="{F4634934-3EA8-49E6-A2BC-AA9706D1F532}"/>
          </ac:spMkLst>
        </pc:spChg>
        <pc:spChg chg="add del mod">
          <ac:chgData name="Anet Rockey" userId="70fbca6622d5bf1c" providerId="LiveId" clId="{D82A7C0B-3DDA-4A26-9804-5EE94E38CBF5}" dt="2026-09-04T06:30:12.775" v="326"/>
          <ac:spMkLst>
            <pc:docMk/>
            <pc:sldMk cId="817585005" sldId="348"/>
            <ac:spMk id="37" creationId="{7C493F16-F398-46E2-8B20-39142700F783}"/>
          </ac:spMkLst>
        </pc:spChg>
        <pc:spChg chg="add del mod">
          <ac:chgData name="Anet Rockey" userId="70fbca6622d5bf1c" providerId="LiveId" clId="{D82A7C0B-3DDA-4A26-9804-5EE94E38CBF5}" dt="2026-09-04T06:30:12.775" v="326"/>
          <ac:spMkLst>
            <pc:docMk/>
            <pc:sldMk cId="817585005" sldId="348"/>
            <ac:spMk id="38" creationId="{69A3F3A7-F100-433D-B78D-8F649D515EA7}"/>
          </ac:spMkLst>
        </pc:spChg>
        <pc:spChg chg="add del mod">
          <ac:chgData name="Anet Rockey" userId="70fbca6622d5bf1c" providerId="LiveId" clId="{D82A7C0B-3DDA-4A26-9804-5EE94E38CBF5}" dt="2026-09-04T06:30:12.775" v="326"/>
          <ac:spMkLst>
            <pc:docMk/>
            <pc:sldMk cId="817585005" sldId="348"/>
            <ac:spMk id="39" creationId="{1BD1B8D6-2963-45A9-9EFF-FE55685144EA}"/>
          </ac:spMkLst>
        </pc:spChg>
        <pc:spChg chg="add del mod">
          <ac:chgData name="Anet Rockey" userId="70fbca6622d5bf1c" providerId="LiveId" clId="{D82A7C0B-3DDA-4A26-9804-5EE94E38CBF5}" dt="2026-09-04T06:30:12.775" v="326"/>
          <ac:spMkLst>
            <pc:docMk/>
            <pc:sldMk cId="817585005" sldId="348"/>
            <ac:spMk id="40" creationId="{7EBF5115-FE46-4D2A-9EBD-129E486C750F}"/>
          </ac:spMkLst>
        </pc:spChg>
        <pc:spChg chg="add del mod">
          <ac:chgData name="Anet Rockey" userId="70fbca6622d5bf1c" providerId="LiveId" clId="{D82A7C0B-3DDA-4A26-9804-5EE94E38CBF5}" dt="2026-09-04T06:30:12.775" v="326"/>
          <ac:spMkLst>
            <pc:docMk/>
            <pc:sldMk cId="817585005" sldId="348"/>
            <ac:spMk id="41" creationId="{2F02C1A5-5E72-4B07-AD0D-BCFF07320229}"/>
          </ac:spMkLst>
        </pc:spChg>
        <pc:spChg chg="add del mod">
          <ac:chgData name="Anet Rockey" userId="70fbca6622d5bf1c" providerId="LiveId" clId="{D82A7C0B-3DDA-4A26-9804-5EE94E38CBF5}" dt="2026-09-04T06:30:12.775" v="326"/>
          <ac:spMkLst>
            <pc:docMk/>
            <pc:sldMk cId="817585005" sldId="348"/>
            <ac:spMk id="42" creationId="{34AD0490-07FF-475A-B5BE-FD9EBD37990C}"/>
          </ac:spMkLst>
        </pc:spChg>
        <pc:spChg chg="add del mod">
          <ac:chgData name="Anet Rockey" userId="70fbca6622d5bf1c" providerId="LiveId" clId="{D82A7C0B-3DDA-4A26-9804-5EE94E38CBF5}" dt="2026-09-04T06:30:12.775" v="326"/>
          <ac:spMkLst>
            <pc:docMk/>
            <pc:sldMk cId="817585005" sldId="348"/>
            <ac:spMk id="43" creationId="{7DE265F2-B43C-4F9C-939F-CB4F70DAFFA4}"/>
          </ac:spMkLst>
        </pc:spChg>
        <pc:spChg chg="add del mod">
          <ac:chgData name="Anet Rockey" userId="70fbca6622d5bf1c" providerId="LiveId" clId="{D82A7C0B-3DDA-4A26-9804-5EE94E38CBF5}" dt="2026-09-04T06:30:12.775" v="326"/>
          <ac:spMkLst>
            <pc:docMk/>
            <pc:sldMk cId="817585005" sldId="348"/>
            <ac:spMk id="44" creationId="{7BB998AB-4499-421D-A42F-A8F6160533C6}"/>
          </ac:spMkLst>
        </pc:spChg>
        <pc:spChg chg="add del mod">
          <ac:chgData name="Anet Rockey" userId="70fbca6622d5bf1c" providerId="LiveId" clId="{D82A7C0B-3DDA-4A26-9804-5EE94E38CBF5}" dt="2026-09-04T06:30:12.775" v="326"/>
          <ac:spMkLst>
            <pc:docMk/>
            <pc:sldMk cId="817585005" sldId="348"/>
            <ac:spMk id="45" creationId="{8AD73272-A5D9-4CCB-9EEE-A9B62A494215}"/>
          </ac:spMkLst>
        </pc:spChg>
        <pc:spChg chg="add del mod">
          <ac:chgData name="Anet Rockey" userId="70fbca6622d5bf1c" providerId="LiveId" clId="{D82A7C0B-3DDA-4A26-9804-5EE94E38CBF5}" dt="2026-09-04T06:30:12.775" v="326"/>
          <ac:spMkLst>
            <pc:docMk/>
            <pc:sldMk cId="817585005" sldId="348"/>
            <ac:spMk id="46" creationId="{6C01C7B0-89AA-42F3-974E-A86A28C1D376}"/>
          </ac:spMkLst>
        </pc:spChg>
        <pc:spChg chg="add del mod">
          <ac:chgData name="Anet Rockey" userId="70fbca6622d5bf1c" providerId="LiveId" clId="{D82A7C0B-3DDA-4A26-9804-5EE94E38CBF5}" dt="2026-09-04T06:30:12.775" v="326"/>
          <ac:spMkLst>
            <pc:docMk/>
            <pc:sldMk cId="817585005" sldId="348"/>
            <ac:spMk id="47" creationId="{1911D3ED-F824-47CC-BEC2-82EAC631D7A4}"/>
          </ac:spMkLst>
        </pc:spChg>
        <pc:spChg chg="add del mod">
          <ac:chgData name="Anet Rockey" userId="70fbca6622d5bf1c" providerId="LiveId" clId="{D82A7C0B-3DDA-4A26-9804-5EE94E38CBF5}" dt="2026-09-04T06:30:12.775" v="326"/>
          <ac:spMkLst>
            <pc:docMk/>
            <pc:sldMk cId="817585005" sldId="348"/>
            <ac:spMk id="48" creationId="{223C7FAB-2A0E-49C5-BE6E-2EA944F9532A}"/>
          </ac:spMkLst>
        </pc:spChg>
        <pc:spChg chg="add del mod">
          <ac:chgData name="Anet Rockey" userId="70fbca6622d5bf1c" providerId="LiveId" clId="{D82A7C0B-3DDA-4A26-9804-5EE94E38CBF5}" dt="2026-09-04T06:30:12.775" v="326"/>
          <ac:spMkLst>
            <pc:docMk/>
            <pc:sldMk cId="817585005" sldId="348"/>
            <ac:spMk id="49" creationId="{A2D451E2-CDF2-4711-9BDF-CF0D0F526B0A}"/>
          </ac:spMkLst>
        </pc:spChg>
        <pc:spChg chg="add del mod">
          <ac:chgData name="Anet Rockey" userId="70fbca6622d5bf1c" providerId="LiveId" clId="{D82A7C0B-3DDA-4A26-9804-5EE94E38CBF5}" dt="2026-09-04T06:30:12.775" v="326"/>
          <ac:spMkLst>
            <pc:docMk/>
            <pc:sldMk cId="817585005" sldId="348"/>
            <ac:spMk id="50" creationId="{F835697B-B3B7-4691-AAC0-1118A4CEF745}"/>
          </ac:spMkLst>
        </pc:spChg>
        <pc:spChg chg="add del mod">
          <ac:chgData name="Anet Rockey" userId="70fbca6622d5bf1c" providerId="LiveId" clId="{D82A7C0B-3DDA-4A26-9804-5EE94E38CBF5}" dt="2026-09-04T06:30:12.775" v="326"/>
          <ac:spMkLst>
            <pc:docMk/>
            <pc:sldMk cId="817585005" sldId="348"/>
            <ac:spMk id="51" creationId="{A3EEEC50-34DC-4388-B079-23B367E79549}"/>
          </ac:spMkLst>
        </pc:spChg>
        <pc:graphicFrameChg chg="add del mod">
          <ac:chgData name="Anet Rockey" userId="70fbca6622d5bf1c" providerId="LiveId" clId="{D82A7C0B-3DDA-4A26-9804-5EE94E38CBF5}" dt="2026-09-04T06:30:12.775" v="326"/>
          <ac:graphicFrameMkLst>
            <pc:docMk/>
            <pc:sldMk cId="817585005" sldId="348"/>
            <ac:graphicFrameMk id="3" creationId="{6DCEB60F-2EFE-416C-8FF4-88DCD2FECACE}"/>
          </ac:graphicFrameMkLst>
        </pc:graphicFrameChg>
        <pc:graphicFrameChg chg="add del mod">
          <ac:chgData name="Anet Rockey" userId="70fbca6622d5bf1c" providerId="LiveId" clId="{D82A7C0B-3DDA-4A26-9804-5EE94E38CBF5}" dt="2026-09-04T06:30:12.775" v="326"/>
          <ac:graphicFrameMkLst>
            <pc:docMk/>
            <pc:sldMk cId="817585005" sldId="348"/>
            <ac:graphicFrameMk id="5" creationId="{97AE0FC2-3CAB-4BE2-84A5-F909EF7EAFD3}"/>
          </ac:graphicFrameMkLst>
        </pc:graphicFrameChg>
        <pc:graphicFrameChg chg="add del mod">
          <ac:chgData name="Anet Rockey" userId="70fbca6622d5bf1c" providerId="LiveId" clId="{D82A7C0B-3DDA-4A26-9804-5EE94E38CBF5}" dt="2026-09-04T06:30:12.775" v="326"/>
          <ac:graphicFrameMkLst>
            <pc:docMk/>
            <pc:sldMk cId="817585005" sldId="348"/>
            <ac:graphicFrameMk id="7" creationId="{6B2AEFBB-4A57-40E1-82E8-FF872C1880F6}"/>
          </ac:graphicFrameMkLst>
        </pc:graphicFrameChg>
        <pc:graphicFrameChg chg="add del mod">
          <ac:chgData name="Anet Rockey" userId="70fbca6622d5bf1c" providerId="LiveId" clId="{D82A7C0B-3DDA-4A26-9804-5EE94E38CBF5}" dt="2026-09-04T06:30:12.775" v="326"/>
          <ac:graphicFrameMkLst>
            <pc:docMk/>
            <pc:sldMk cId="817585005" sldId="348"/>
            <ac:graphicFrameMk id="8" creationId="{72DFAA8F-A461-43D9-A17C-244D4E71B597}"/>
          </ac:graphicFrameMkLst>
        </pc:graphicFrameChg>
        <pc:graphicFrameChg chg="add del mod">
          <ac:chgData name="Anet Rockey" userId="70fbca6622d5bf1c" providerId="LiveId" clId="{D82A7C0B-3DDA-4A26-9804-5EE94E38CBF5}" dt="2026-09-04T06:30:12.775" v="326"/>
          <ac:graphicFrameMkLst>
            <pc:docMk/>
            <pc:sldMk cId="817585005" sldId="348"/>
            <ac:graphicFrameMk id="52" creationId="{FE6914A5-D3DD-430B-9264-41612F80CDA4}"/>
          </ac:graphicFrameMkLst>
        </pc:graphicFrameChg>
      </pc:sldChg>
      <pc:sldChg chg="modSp add mod">
        <pc:chgData name="Anet Rockey" userId="70fbca6622d5bf1c" providerId="LiveId" clId="{D82A7C0B-3DDA-4A26-9804-5EE94E38CBF5}" dt="2026-09-04T06:37:53.651" v="525" actId="1076"/>
        <pc:sldMkLst>
          <pc:docMk/>
          <pc:sldMk cId="1529424041" sldId="349"/>
        </pc:sldMkLst>
        <pc:spChg chg="mod">
          <ac:chgData name="Anet Rockey" userId="70fbca6622d5bf1c" providerId="LiveId" clId="{D82A7C0B-3DDA-4A26-9804-5EE94E38CBF5}" dt="2026-09-04T06:37:53.651" v="525" actId="1076"/>
          <ac:spMkLst>
            <pc:docMk/>
            <pc:sldMk cId="1529424041" sldId="349"/>
            <ac:spMk id="6" creationId="{05A8AB8E-B597-483B-B345-D75CEA186425}"/>
          </ac:spMkLst>
        </pc:spChg>
      </pc:sldChg>
      <pc:sldChg chg="addSp modSp add mod">
        <pc:chgData name="Anet Rockey" userId="70fbca6622d5bf1c" providerId="LiveId" clId="{D82A7C0B-3DDA-4A26-9804-5EE94E38CBF5}" dt="2026-09-04T07:36:55.703" v="585" actId="1076"/>
        <pc:sldMkLst>
          <pc:docMk/>
          <pc:sldMk cId="3679426129" sldId="350"/>
        </pc:sldMkLst>
        <pc:picChg chg="add mod">
          <ac:chgData name="Anet Rockey" userId="70fbca6622d5bf1c" providerId="LiveId" clId="{D82A7C0B-3DDA-4A26-9804-5EE94E38CBF5}" dt="2026-09-04T07:36:55.703" v="585" actId="1076"/>
          <ac:picMkLst>
            <pc:docMk/>
            <pc:sldMk cId="3679426129" sldId="350"/>
            <ac:picMk id="3" creationId="{EC047B0B-4382-44FE-A130-BAD20D8FED8D}"/>
          </ac:picMkLst>
        </pc:picChg>
      </pc:sldChg>
      <pc:sldChg chg="addSp modSp add mod">
        <pc:chgData name="Anet Rockey" userId="70fbca6622d5bf1c" providerId="LiveId" clId="{D82A7C0B-3DDA-4A26-9804-5EE94E38CBF5}" dt="2026-09-04T07:36:41.882" v="583" actId="1076"/>
        <pc:sldMkLst>
          <pc:docMk/>
          <pc:sldMk cId="3389691689" sldId="351"/>
        </pc:sldMkLst>
        <pc:picChg chg="add mod">
          <ac:chgData name="Anet Rockey" userId="70fbca6622d5bf1c" providerId="LiveId" clId="{D82A7C0B-3DDA-4A26-9804-5EE94E38CBF5}" dt="2026-09-04T07:36:41.882" v="583" actId="1076"/>
          <ac:picMkLst>
            <pc:docMk/>
            <pc:sldMk cId="3389691689" sldId="351"/>
            <ac:picMk id="3" creationId="{BB7EDC64-70BF-4637-A953-96051CFAD329}"/>
          </ac:picMkLst>
        </pc:picChg>
      </pc:sldChg>
      <pc:sldChg chg="addSp modSp add mod">
        <pc:chgData name="Anet Rockey" userId="70fbca6622d5bf1c" providerId="LiveId" clId="{D82A7C0B-3DDA-4A26-9804-5EE94E38CBF5}" dt="2026-09-04T07:36:28.151" v="581" actId="14100"/>
        <pc:sldMkLst>
          <pc:docMk/>
          <pc:sldMk cId="1845027226" sldId="352"/>
        </pc:sldMkLst>
        <pc:picChg chg="add mod">
          <ac:chgData name="Anet Rockey" userId="70fbca6622d5bf1c" providerId="LiveId" clId="{D82A7C0B-3DDA-4A26-9804-5EE94E38CBF5}" dt="2026-09-04T07:36:28.151" v="581" actId="14100"/>
          <ac:picMkLst>
            <pc:docMk/>
            <pc:sldMk cId="1845027226" sldId="352"/>
            <ac:picMk id="3" creationId="{79E263DF-09AB-4817-A861-B07C01695024}"/>
          </ac:picMkLst>
        </pc:picChg>
      </pc:sldChg>
      <pc:sldChg chg="addSp modSp add mod">
        <pc:chgData name="Anet Rockey" userId="70fbca6622d5bf1c" providerId="LiveId" clId="{D82A7C0B-3DDA-4A26-9804-5EE94E38CBF5}" dt="2026-09-04T07:36:20.866" v="580" actId="1076"/>
        <pc:sldMkLst>
          <pc:docMk/>
          <pc:sldMk cId="422058584" sldId="353"/>
        </pc:sldMkLst>
        <pc:picChg chg="add mod">
          <ac:chgData name="Anet Rockey" userId="70fbca6622d5bf1c" providerId="LiveId" clId="{D82A7C0B-3DDA-4A26-9804-5EE94E38CBF5}" dt="2026-09-04T07:36:20.866" v="580" actId="1076"/>
          <ac:picMkLst>
            <pc:docMk/>
            <pc:sldMk cId="422058584" sldId="353"/>
            <ac:picMk id="3" creationId="{7765F083-A9A6-4362-A2D2-AA551FBC5D2F}"/>
          </ac:picMkLst>
        </pc:picChg>
      </pc:sldChg>
      <pc:sldChg chg="addSp modSp add mod">
        <pc:chgData name="Anet Rockey" userId="70fbca6622d5bf1c" providerId="LiveId" clId="{D82A7C0B-3DDA-4A26-9804-5EE94E38CBF5}" dt="2026-09-04T07:38:27.504" v="597" actId="1076"/>
        <pc:sldMkLst>
          <pc:docMk/>
          <pc:sldMk cId="296139242" sldId="354"/>
        </pc:sldMkLst>
        <pc:picChg chg="add mod">
          <ac:chgData name="Anet Rockey" userId="70fbca6622d5bf1c" providerId="LiveId" clId="{D82A7C0B-3DDA-4A26-9804-5EE94E38CBF5}" dt="2026-09-04T07:38:27.504" v="597" actId="1076"/>
          <ac:picMkLst>
            <pc:docMk/>
            <pc:sldMk cId="296139242" sldId="354"/>
            <ac:picMk id="3" creationId="{0061C90B-6FDD-4157-9164-C6CD98C71D37}"/>
          </ac:picMkLst>
        </pc:picChg>
      </pc:sldChg>
      <pc:sldChg chg="addSp modSp add mod">
        <pc:chgData name="Anet Rockey" userId="70fbca6622d5bf1c" providerId="LiveId" clId="{D82A7C0B-3DDA-4A26-9804-5EE94E38CBF5}" dt="2026-09-04T07:39:01.440" v="601" actId="1076"/>
        <pc:sldMkLst>
          <pc:docMk/>
          <pc:sldMk cId="3551239511" sldId="355"/>
        </pc:sldMkLst>
        <pc:picChg chg="add mod">
          <ac:chgData name="Anet Rockey" userId="70fbca6622d5bf1c" providerId="LiveId" clId="{D82A7C0B-3DDA-4A26-9804-5EE94E38CBF5}" dt="2026-09-04T07:39:01.440" v="601" actId="1076"/>
          <ac:picMkLst>
            <pc:docMk/>
            <pc:sldMk cId="3551239511" sldId="355"/>
            <ac:picMk id="3" creationId="{B56C6B8C-4654-4684-8715-4C9B837021DD}"/>
          </ac:picMkLst>
        </pc:picChg>
      </pc:sldChg>
      <pc:sldChg chg="addSp modSp add mod ord">
        <pc:chgData name="Anet Rockey" userId="70fbca6622d5bf1c" providerId="LiveId" clId="{D82A7C0B-3DDA-4A26-9804-5EE94E38CBF5}" dt="2026-09-04T07:39:51.280" v="606"/>
        <pc:sldMkLst>
          <pc:docMk/>
          <pc:sldMk cId="1976142341" sldId="356"/>
        </pc:sldMkLst>
        <pc:picChg chg="add mod">
          <ac:chgData name="Anet Rockey" userId="70fbca6622d5bf1c" providerId="LiveId" clId="{D82A7C0B-3DDA-4A26-9804-5EE94E38CBF5}" dt="2026-09-04T07:39:23.383" v="604" actId="1076"/>
          <ac:picMkLst>
            <pc:docMk/>
            <pc:sldMk cId="1976142341" sldId="356"/>
            <ac:picMk id="3" creationId="{65DB84A9-AB45-43A9-9EC0-EBAD4E9777D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7</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8653" y="4467207"/>
            <a:ext cx="10308452" cy="1706298"/>
          </a:xfrm>
        </p:spPr>
        <p:txBody>
          <a:bodyPr vert="horz" lIns="91440" tIns="45720" rIns="91440" bIns="45720" rtlCol="0" anchor="t">
            <a:normAutofit/>
          </a:bodyPr>
          <a:lstStyle/>
          <a:p>
            <a:pPr algn="r"/>
            <a:r>
              <a:rPr lang="en-US" b="0" dirty="0">
                <a:solidFill>
                  <a:schemeClr val="tx1"/>
                </a:solidFill>
              </a:rPr>
              <a:t> Anet Colin Rockey</a:t>
            </a:r>
          </a:p>
          <a:p>
            <a:pPr algn="r"/>
            <a:r>
              <a:rPr lang="en-US" b="0" dirty="0">
                <a:solidFill>
                  <a:schemeClr val="tx1"/>
                </a:solidFill>
              </a:rPr>
              <a:t>Christ College Of Engineering</a:t>
            </a:r>
          </a:p>
          <a:p>
            <a:pPr algn="r"/>
            <a:r>
              <a:rPr lang="en-IN" b="0" dirty="0">
                <a:solidFill>
                  <a:schemeClr val="tx1"/>
                </a:solidFill>
              </a:rPr>
              <a:t>STU686369929ab881751345554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79612" y="2618327"/>
            <a:ext cx="9735671" cy="606422"/>
          </a:xfrm>
        </p:spPr>
        <p:txBody>
          <a:bodyPr>
            <a:noAutofit/>
          </a:bodyPr>
          <a:lstStyle/>
          <a:p>
            <a:pPr algn="r"/>
            <a:r>
              <a:rPr lang="en-GB" sz="4400" dirty="0"/>
              <a:t>Seasonal Agriculture Performance Analysis</a:t>
            </a:r>
            <a:endParaRPr lang="en-IN" sz="4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53639" y="1628873"/>
            <a:ext cx="7196567" cy="4554701"/>
          </a:xfrm>
        </p:spPr>
        <p:txBody>
          <a:bodyPr vert="horz" lIns="91440" tIns="45720" rIns="91440" bIns="45720" rtlCol="0" anchor="t">
            <a:normAutofit fontScale="62500" lnSpcReduction="20000"/>
          </a:bodyPr>
          <a:lstStyle/>
          <a:p>
            <a:pPr>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46308"/>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DCEC1CD1-908F-4EFD-A86A-18373C50CBB1}"/>
              </a:ext>
            </a:extLst>
          </p:cNvPr>
          <p:cNvSpPr txBox="1"/>
          <p:nvPr/>
        </p:nvSpPr>
        <p:spPr>
          <a:xfrm>
            <a:off x="467358" y="917741"/>
            <a:ext cx="7358829" cy="5632311"/>
          </a:xfrm>
          <a:prstGeom prst="rect">
            <a:avLst/>
          </a:prstGeom>
          <a:noFill/>
        </p:spPr>
        <p:txBody>
          <a:bodyPr wrap="square">
            <a:spAutoFit/>
          </a:bodyPr>
          <a:lstStyle/>
          <a:p>
            <a:r>
              <a:rPr lang="en-US" dirty="0"/>
              <a:t>The goal of the Seasonal Agriculture Performance Analysis project is to use data analytics techniques to understand how agricultural performance varies across different seasons, crops, geographical regions, farming conditions, and irrigation methods.</a:t>
            </a:r>
          </a:p>
          <a:p>
            <a:endParaRPr lang="en-US" dirty="0"/>
          </a:p>
          <a:p>
            <a:r>
              <a:rPr lang="en-US" dirty="0"/>
              <a:t>The project focuses on analyzing important agricultural and economic indicators such as crop yield, production, revenue, cost, profit, water usage, water efficiency, rainfall, temperature, humidity, soil moisture, fertilizer usage, and pest/disease risk. By examining these factors together, the project aims to identify patterns and differences in agricultural performance and understand which combinations of farming conditions are associated with better outcomes.</a:t>
            </a:r>
          </a:p>
          <a:p>
            <a:r>
              <a:rPr lang="en-US" dirty="0"/>
              <a:t>A major focus of the project is to compare the </a:t>
            </a:r>
            <a:r>
              <a:rPr lang="en-US" b="1" dirty="0"/>
              <a:t>Kharif, Rabi, and Zaid seasons</a:t>
            </a:r>
            <a:r>
              <a:rPr lang="en-US" dirty="0"/>
              <a:t> and determine how agricultural productivity and profitability differ between them. The analysis also evaluates individual crops and their performance across seasons, compares agricultural outcomes across different states, and examines how irrigation methods such as </a:t>
            </a:r>
            <a:r>
              <a:rPr lang="en-US" b="1" dirty="0"/>
              <a:t>Drip, Flood, Rainfed, and Sprinkler</a:t>
            </a:r>
            <a:r>
              <a:rPr lang="en-US" dirty="0"/>
              <a:t> are associated with yield, profitability, and water efficiency.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6146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DCEC1CD1-908F-4EFD-A86A-18373C50CBB1}"/>
              </a:ext>
            </a:extLst>
          </p:cNvPr>
          <p:cNvSpPr txBox="1"/>
          <p:nvPr/>
        </p:nvSpPr>
        <p:spPr>
          <a:xfrm>
            <a:off x="467358" y="1092552"/>
            <a:ext cx="7358829" cy="4247317"/>
          </a:xfrm>
          <a:prstGeom prst="rect">
            <a:avLst/>
          </a:prstGeom>
          <a:noFill/>
        </p:spPr>
        <p:txBody>
          <a:bodyPr wrap="square">
            <a:spAutoFit/>
          </a:bodyPr>
          <a:lstStyle/>
          <a:p>
            <a:endParaRPr lang="en-US" dirty="0"/>
          </a:p>
          <a:p>
            <a:r>
              <a:rPr lang="en-US" dirty="0"/>
              <a:t>The project further applies </a:t>
            </a:r>
            <a:r>
              <a:rPr lang="en-US" b="1" dirty="0"/>
              <a:t>exploratory data analysis, data visualization, correlation analysis, statistical testing, and Crop–Season–Irrigation combination analysis</a:t>
            </a:r>
            <a:r>
              <a:rPr lang="en-US" dirty="0"/>
              <a:t> to discover meaningful relationships and performance patterns. Statistical techniques are used to determine whether observed differences between groups are statistically significant rather than relying only on visual or descriptive comparisons.</a:t>
            </a:r>
          </a:p>
          <a:p>
            <a:endParaRPr lang="en-US" dirty="0"/>
          </a:p>
          <a:p>
            <a:r>
              <a:rPr lang="en-US" dirty="0"/>
              <a:t>Ultimately, the project aims to provide </a:t>
            </a:r>
            <a:r>
              <a:rPr lang="en-US" b="1" dirty="0"/>
              <a:t>evidence-based insights for agricultural planning and decision-making</a:t>
            </a:r>
            <a:r>
              <a:rPr lang="en-US" dirty="0"/>
              <a:t>. These insights can help identify high-performing crop and irrigation combinations, recognize potentially underperforming conditions, understand resource-use patterns, and support better planning of crops, irrigation, and seasonal farming activities.</a:t>
            </a:r>
          </a:p>
        </p:txBody>
      </p:sp>
    </p:spTree>
    <p:extLst>
      <p:ext uri="{BB962C8B-B14F-4D97-AF65-F5344CB8AC3E}">
        <p14:creationId xmlns:p14="http://schemas.microsoft.com/office/powerpoint/2010/main" val="45335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43753" y="1033802"/>
            <a:ext cx="8229600" cy="5593037"/>
          </a:xfrm>
        </p:spPr>
        <p:txBody>
          <a:bodyPr>
            <a:normAutofit fontScale="55000" lnSpcReduction="20000"/>
          </a:bodyPr>
          <a:lstStyle/>
          <a:p>
            <a:r>
              <a:rPr lang="en-US" sz="3600" b="1" dirty="0"/>
              <a:t>1.  Farmers</a:t>
            </a:r>
          </a:p>
          <a:p>
            <a:r>
              <a:rPr lang="en-US" sz="3600" dirty="0"/>
              <a:t>Farmers can use the insights to understand how different </a:t>
            </a:r>
            <a:r>
              <a:rPr lang="en-US" sz="3600" b="1" dirty="0"/>
              <a:t>crops, seasons, and irrigation methods</a:t>
            </a:r>
            <a:r>
              <a:rPr lang="en-US" sz="3600" dirty="0"/>
              <a:t> are associated with yield, water efficiency, and profitability.</a:t>
            </a:r>
          </a:p>
          <a:p>
            <a:r>
              <a:rPr lang="en-US" sz="3600" b="1" dirty="0"/>
              <a:t>2. Agricultural Planners</a:t>
            </a:r>
          </a:p>
          <a:p>
            <a:r>
              <a:rPr lang="en-US" sz="3600" dirty="0"/>
              <a:t>Agricultural planners can use the analysis to support </a:t>
            </a:r>
            <a:r>
              <a:rPr lang="en-US" sz="3600" b="1" dirty="0"/>
              <a:t>seasonal crop planning, resource allocation, and irrigation planning</a:t>
            </a:r>
            <a:r>
              <a:rPr lang="en-US" sz="3600" dirty="0"/>
              <a:t> based on observed performance patterns.</a:t>
            </a:r>
          </a:p>
          <a:p>
            <a:r>
              <a:rPr lang="en-US" sz="3600" b="1" dirty="0"/>
              <a:t>3.  Government &amp; Agricultural Departments</a:t>
            </a:r>
          </a:p>
          <a:p>
            <a:r>
              <a:rPr lang="en-US" sz="3600" dirty="0"/>
              <a:t>Government agencies can use the findings to understand </a:t>
            </a:r>
            <a:r>
              <a:rPr lang="en-US" sz="3600" b="1" dirty="0"/>
              <a:t>regional agricultural performance</a:t>
            </a:r>
            <a:r>
              <a:rPr lang="en-US" sz="3600" dirty="0"/>
              <a:t> and support agricultural development programs and resource planning.</a:t>
            </a:r>
          </a:p>
          <a:p>
            <a:r>
              <a:rPr lang="en-US" sz="3600" b="1" dirty="0"/>
              <a:t>4.  Irrigation &amp; Water Resource Managers</a:t>
            </a:r>
          </a:p>
          <a:p>
            <a:r>
              <a:rPr lang="en-US" sz="3600" dirty="0"/>
              <a:t>The analysis of water usage and irrigation methods can help identify patterns related to </a:t>
            </a:r>
            <a:r>
              <a:rPr lang="en-US" sz="3600" b="1" dirty="0"/>
              <a:t>water efficiency and resource utilization</a:t>
            </a:r>
            <a:r>
              <a:rPr lang="en-US" sz="3600" dirty="0"/>
              <a:t>.</a:t>
            </a:r>
          </a:p>
          <a:p>
            <a:pPr algn="just"/>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23116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6141" y="6494929"/>
            <a:ext cx="2176443" cy="167650"/>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443753" y="1033802"/>
            <a:ext cx="8229600" cy="5593037"/>
          </a:xfrm>
        </p:spPr>
        <p:txBody>
          <a:bodyPr>
            <a:normAutofit fontScale="47500" lnSpcReduction="20000"/>
          </a:bodyPr>
          <a:lstStyle/>
          <a:p>
            <a:r>
              <a:rPr lang="en-US" sz="3600" b="1" dirty="0"/>
              <a:t>5.  Agricultural Researchers</a:t>
            </a:r>
          </a:p>
          <a:p>
            <a:r>
              <a:rPr lang="en-US" sz="3600" dirty="0"/>
              <a:t>Researchers can use the dataset and analytical framework to study relationships between </a:t>
            </a:r>
            <a:r>
              <a:rPr lang="en-US" sz="3600" b="1" dirty="0"/>
              <a:t>environmental conditions, crop performance, irrigation, and economic outcomes</a:t>
            </a:r>
            <a:r>
              <a:rPr lang="en-US" sz="3600" dirty="0"/>
              <a:t>.</a:t>
            </a:r>
          </a:p>
          <a:p>
            <a:r>
              <a:rPr lang="en-US" sz="3600" b="1" dirty="0"/>
              <a:t>6.  Agricultural Businesses &amp; Agribusinesses</a:t>
            </a:r>
          </a:p>
          <a:p>
            <a:r>
              <a:rPr lang="en-US" sz="3600" dirty="0"/>
              <a:t>Agricultural companies can use the insights for </a:t>
            </a:r>
            <a:r>
              <a:rPr lang="en-US" sz="3600" b="1" dirty="0"/>
              <a:t>crop planning, profitability assessment, resource management, and identifying promising crop–season combinations</a:t>
            </a:r>
            <a:r>
              <a:rPr lang="en-US" sz="3600" dirty="0"/>
              <a:t>.</a:t>
            </a:r>
          </a:p>
          <a:p>
            <a:r>
              <a:rPr lang="en-US" sz="3600" b="1" dirty="0"/>
              <a:t>7.  Students &amp; Data Analysts</a:t>
            </a:r>
          </a:p>
          <a:p>
            <a:r>
              <a:rPr lang="en-US" sz="3600" dirty="0"/>
              <a:t>The project can serve as a practical example of applying </a:t>
            </a:r>
            <a:r>
              <a:rPr lang="en-US" sz="3600" b="1" dirty="0"/>
              <a:t>Python, Exploratory Data Analysis, data visualization, correlation analysis, and statistical testing</a:t>
            </a:r>
            <a:r>
              <a:rPr lang="en-US" sz="3600" dirty="0"/>
              <a:t> to a real-world agricultural problem.</a:t>
            </a:r>
          </a:p>
          <a:p>
            <a:r>
              <a:rPr lang="en-US" sz="3600" b="1" dirty="0"/>
              <a:t>8.  Agricultural Decision-Makers</a:t>
            </a:r>
          </a:p>
          <a:p>
            <a:r>
              <a:rPr lang="en-US" sz="3600" dirty="0"/>
              <a:t>Decision-makers can use the analysis as a </a:t>
            </a:r>
            <a:r>
              <a:rPr lang="en-US" sz="3600" b="1" dirty="0"/>
              <a:t>data-driven reference</a:t>
            </a:r>
            <a:r>
              <a:rPr lang="en-US" sz="3600" dirty="0"/>
              <a:t> when comparing seasonal, regional, crop, and irrigation performance.</a:t>
            </a:r>
          </a:p>
          <a:p>
            <a:r>
              <a:rPr lang="en-US" sz="3600" b="1" dirty="0"/>
              <a:t> Primary End Users</a:t>
            </a:r>
          </a:p>
          <a:p>
            <a:r>
              <a:rPr lang="en-US" sz="3600" b="1" dirty="0"/>
              <a:t>Farmers, agricultural planners, government agricultural departments, irrigation managers, agricultural researchers, and agribusinesses</a:t>
            </a:r>
            <a:r>
              <a:rPr lang="en-US" sz="3600" dirty="0"/>
              <a:t> are the primary potential users of the insights generated by this project.</a:t>
            </a:r>
          </a:p>
          <a:p>
            <a:pPr algn="just"/>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23116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6141" y="6494929"/>
            <a:ext cx="2176443" cy="167650"/>
          </a:xfrm>
          <a:prstGeom prst="rect">
            <a:avLst/>
          </a:prstGeom>
        </p:spPr>
      </p:pic>
    </p:spTree>
    <p:extLst>
      <p:ext uri="{BB962C8B-B14F-4D97-AF65-F5344CB8AC3E}">
        <p14:creationId xmlns:p14="http://schemas.microsoft.com/office/powerpoint/2010/main" val="81758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40540" y="1278384"/>
            <a:ext cx="7777779" cy="5397624"/>
          </a:xfrm>
        </p:spPr>
        <p:txBody>
          <a:bodyPr>
            <a:normAutofit fontScale="62500" lnSpcReduction="20000"/>
          </a:bodyPr>
          <a:lstStyle/>
          <a:p>
            <a:pPr algn="just"/>
            <a:r>
              <a:rPr lang="en-US" sz="3600" dirty="0"/>
              <a:t>Python</a:t>
            </a:r>
          </a:p>
          <a:p>
            <a:pPr algn="just">
              <a:lnSpc>
                <a:spcPct val="120000"/>
              </a:lnSpc>
            </a:pPr>
            <a:r>
              <a:rPr lang="en-US" sz="3600" dirty="0" err="1"/>
              <a:t>Jupyter</a:t>
            </a:r>
            <a:r>
              <a:rPr lang="en-US" sz="3600" b="1" dirty="0"/>
              <a:t> </a:t>
            </a:r>
            <a:r>
              <a:rPr lang="en-US" sz="3600" dirty="0"/>
              <a:t>Notebook</a:t>
            </a:r>
          </a:p>
          <a:p>
            <a:pPr algn="just"/>
            <a:r>
              <a:rPr lang="en-US" sz="3600" dirty="0"/>
              <a:t>Pandas</a:t>
            </a:r>
          </a:p>
          <a:p>
            <a:pPr algn="just"/>
            <a:r>
              <a:rPr lang="en-IN" sz="3600" dirty="0"/>
              <a:t>NumPy</a:t>
            </a:r>
          </a:p>
          <a:p>
            <a:pPr algn="just"/>
            <a:r>
              <a:rPr lang="en-US" sz="3600" dirty="0"/>
              <a:t>Matplotlib</a:t>
            </a:r>
          </a:p>
          <a:p>
            <a:pPr algn="just"/>
            <a:r>
              <a:rPr lang="en-US" sz="3600" dirty="0"/>
              <a:t>Seaborn</a:t>
            </a:r>
          </a:p>
          <a:p>
            <a:pPr algn="just"/>
            <a:r>
              <a:rPr lang="en-US" sz="3600" dirty="0"/>
              <a:t>SciPy</a:t>
            </a:r>
          </a:p>
          <a:p>
            <a:pPr algn="just"/>
            <a:r>
              <a:rPr lang="en-US" sz="3600" dirty="0" err="1"/>
              <a:t>Statsmodels</a:t>
            </a:r>
            <a:endParaRPr lang="en-US" sz="3600" dirty="0"/>
          </a:p>
          <a:p>
            <a:pPr algn="just"/>
            <a:r>
              <a:rPr lang="en-US" sz="3600" dirty="0"/>
              <a:t>CSV Dataset</a:t>
            </a:r>
            <a:endParaRPr lang="en-IN" sz="3600"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363332"/>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38489B6-4393-4C00-ADD3-5F1D26C3FB25}"/>
              </a:ext>
            </a:extLst>
          </p:cNvPr>
          <p:cNvPicPr>
            <a:picLocks noChangeAspect="1"/>
          </p:cNvPicPr>
          <p:nvPr/>
        </p:nvPicPr>
        <p:blipFill>
          <a:blip r:embed="rId3"/>
          <a:stretch>
            <a:fillRect/>
          </a:stretch>
        </p:blipFill>
        <p:spPr>
          <a:xfrm>
            <a:off x="320982" y="1197731"/>
            <a:ext cx="9570398" cy="566026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73D318F-C574-486C-B09B-2A07FFA219D4}"/>
              </a:ext>
            </a:extLst>
          </p:cNvPr>
          <p:cNvPicPr>
            <a:picLocks noChangeAspect="1"/>
          </p:cNvPicPr>
          <p:nvPr/>
        </p:nvPicPr>
        <p:blipFill>
          <a:blip r:embed="rId3"/>
          <a:stretch>
            <a:fillRect/>
          </a:stretch>
        </p:blipFill>
        <p:spPr>
          <a:xfrm>
            <a:off x="309611" y="1201586"/>
            <a:ext cx="10304274" cy="528582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EB34D70-0F02-4ABB-BA85-11FACBAA9CEB}"/>
              </a:ext>
            </a:extLst>
          </p:cNvPr>
          <p:cNvPicPr>
            <a:picLocks noChangeAspect="1"/>
          </p:cNvPicPr>
          <p:nvPr/>
        </p:nvPicPr>
        <p:blipFill>
          <a:blip r:embed="rId3"/>
          <a:stretch>
            <a:fillRect/>
          </a:stretch>
        </p:blipFill>
        <p:spPr>
          <a:xfrm>
            <a:off x="132012" y="1550587"/>
            <a:ext cx="11125556" cy="501785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B020B85-BD5C-449D-A241-508D6FC5C69C}"/>
              </a:ext>
            </a:extLst>
          </p:cNvPr>
          <p:cNvPicPr>
            <a:picLocks noChangeAspect="1"/>
          </p:cNvPicPr>
          <p:nvPr/>
        </p:nvPicPr>
        <p:blipFill>
          <a:blip r:embed="rId3"/>
          <a:stretch>
            <a:fillRect/>
          </a:stretch>
        </p:blipFill>
        <p:spPr>
          <a:xfrm>
            <a:off x="320982" y="1217077"/>
            <a:ext cx="8888021" cy="527033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215B0E8-C9C6-45F3-B728-03EC17366B64}"/>
              </a:ext>
            </a:extLst>
          </p:cNvPr>
          <p:cNvPicPr>
            <a:picLocks noChangeAspect="1"/>
          </p:cNvPicPr>
          <p:nvPr/>
        </p:nvPicPr>
        <p:blipFill>
          <a:blip r:embed="rId3"/>
          <a:stretch>
            <a:fillRect/>
          </a:stretch>
        </p:blipFill>
        <p:spPr>
          <a:xfrm>
            <a:off x="320982" y="1282615"/>
            <a:ext cx="9176355" cy="528582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C047B0B-4382-44FE-A130-BAD20D8FED8D}"/>
              </a:ext>
            </a:extLst>
          </p:cNvPr>
          <p:cNvPicPr>
            <a:picLocks noChangeAspect="1"/>
          </p:cNvPicPr>
          <p:nvPr/>
        </p:nvPicPr>
        <p:blipFill>
          <a:blip r:embed="rId3"/>
          <a:stretch>
            <a:fillRect/>
          </a:stretch>
        </p:blipFill>
        <p:spPr>
          <a:xfrm>
            <a:off x="415661" y="1275371"/>
            <a:ext cx="9040009" cy="5468343"/>
          </a:xfrm>
          <a:prstGeom prst="rect">
            <a:avLst/>
          </a:prstGeom>
        </p:spPr>
      </p:pic>
    </p:spTree>
    <p:extLst>
      <p:ext uri="{BB962C8B-B14F-4D97-AF65-F5344CB8AC3E}">
        <p14:creationId xmlns:p14="http://schemas.microsoft.com/office/powerpoint/2010/main" val="367942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B7EDC64-70BF-4637-A953-96051CFAD329}"/>
              </a:ext>
            </a:extLst>
          </p:cNvPr>
          <p:cNvPicPr>
            <a:picLocks noChangeAspect="1"/>
          </p:cNvPicPr>
          <p:nvPr/>
        </p:nvPicPr>
        <p:blipFill>
          <a:blip r:embed="rId3"/>
          <a:stretch>
            <a:fillRect/>
          </a:stretch>
        </p:blipFill>
        <p:spPr>
          <a:xfrm>
            <a:off x="200490" y="1201586"/>
            <a:ext cx="9330146" cy="5463374"/>
          </a:xfrm>
          <a:prstGeom prst="rect">
            <a:avLst/>
          </a:prstGeom>
        </p:spPr>
      </p:pic>
    </p:spTree>
    <p:extLst>
      <p:ext uri="{BB962C8B-B14F-4D97-AF65-F5344CB8AC3E}">
        <p14:creationId xmlns:p14="http://schemas.microsoft.com/office/powerpoint/2010/main" val="338969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9E263DF-09AB-4817-A861-B07C01695024}"/>
              </a:ext>
            </a:extLst>
          </p:cNvPr>
          <p:cNvPicPr>
            <a:picLocks noChangeAspect="1"/>
          </p:cNvPicPr>
          <p:nvPr/>
        </p:nvPicPr>
        <p:blipFill>
          <a:blip r:embed="rId3"/>
          <a:stretch>
            <a:fillRect/>
          </a:stretch>
        </p:blipFill>
        <p:spPr>
          <a:xfrm>
            <a:off x="675957" y="1201586"/>
            <a:ext cx="8399636" cy="5463374"/>
          </a:xfrm>
          <a:prstGeom prst="rect">
            <a:avLst/>
          </a:prstGeom>
        </p:spPr>
      </p:pic>
    </p:spTree>
    <p:extLst>
      <p:ext uri="{BB962C8B-B14F-4D97-AF65-F5344CB8AC3E}">
        <p14:creationId xmlns:p14="http://schemas.microsoft.com/office/powerpoint/2010/main" val="184502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765F083-A9A6-4362-A2D2-AA551FBC5D2F}"/>
              </a:ext>
            </a:extLst>
          </p:cNvPr>
          <p:cNvPicPr>
            <a:picLocks noChangeAspect="1"/>
          </p:cNvPicPr>
          <p:nvPr/>
        </p:nvPicPr>
        <p:blipFill>
          <a:blip r:embed="rId3"/>
          <a:stretch>
            <a:fillRect/>
          </a:stretch>
        </p:blipFill>
        <p:spPr>
          <a:xfrm>
            <a:off x="513652" y="1115150"/>
            <a:ext cx="7664083" cy="5453290"/>
          </a:xfrm>
          <a:prstGeom prst="rect">
            <a:avLst/>
          </a:prstGeom>
        </p:spPr>
      </p:pic>
    </p:spTree>
    <p:extLst>
      <p:ext uri="{BB962C8B-B14F-4D97-AF65-F5344CB8AC3E}">
        <p14:creationId xmlns:p14="http://schemas.microsoft.com/office/powerpoint/2010/main" val="42205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5DB84A9-AB45-43A9-9EC0-EBAD4E9777D3}"/>
              </a:ext>
            </a:extLst>
          </p:cNvPr>
          <p:cNvPicPr>
            <a:picLocks noChangeAspect="1"/>
          </p:cNvPicPr>
          <p:nvPr/>
        </p:nvPicPr>
        <p:blipFill>
          <a:blip r:embed="rId3"/>
          <a:stretch>
            <a:fillRect/>
          </a:stretch>
        </p:blipFill>
        <p:spPr>
          <a:xfrm>
            <a:off x="640658" y="1431693"/>
            <a:ext cx="7737184" cy="4102836"/>
          </a:xfrm>
          <a:prstGeom prst="rect">
            <a:avLst/>
          </a:prstGeom>
        </p:spPr>
      </p:pic>
    </p:spTree>
    <p:extLst>
      <p:ext uri="{BB962C8B-B14F-4D97-AF65-F5344CB8AC3E}">
        <p14:creationId xmlns:p14="http://schemas.microsoft.com/office/powerpoint/2010/main" val="197614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061C90B-6FDD-4157-9164-C6CD98C71D37}"/>
              </a:ext>
            </a:extLst>
          </p:cNvPr>
          <p:cNvPicPr>
            <a:picLocks noChangeAspect="1"/>
          </p:cNvPicPr>
          <p:nvPr/>
        </p:nvPicPr>
        <p:blipFill>
          <a:blip r:embed="rId3"/>
          <a:stretch>
            <a:fillRect/>
          </a:stretch>
        </p:blipFill>
        <p:spPr>
          <a:xfrm>
            <a:off x="320982" y="1201586"/>
            <a:ext cx="8824806" cy="5064896"/>
          </a:xfrm>
          <a:prstGeom prst="rect">
            <a:avLst/>
          </a:prstGeom>
        </p:spPr>
      </p:pic>
    </p:spTree>
    <p:extLst>
      <p:ext uri="{BB962C8B-B14F-4D97-AF65-F5344CB8AC3E}">
        <p14:creationId xmlns:p14="http://schemas.microsoft.com/office/powerpoint/2010/main" val="29613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56C6B8C-4654-4684-8715-4C9B837021DD}"/>
              </a:ext>
            </a:extLst>
          </p:cNvPr>
          <p:cNvPicPr>
            <a:picLocks noChangeAspect="1"/>
          </p:cNvPicPr>
          <p:nvPr/>
        </p:nvPicPr>
        <p:blipFill>
          <a:blip r:embed="rId3"/>
          <a:stretch>
            <a:fillRect/>
          </a:stretch>
        </p:blipFill>
        <p:spPr>
          <a:xfrm>
            <a:off x="468362" y="1166785"/>
            <a:ext cx="7073514" cy="5305135"/>
          </a:xfrm>
          <a:prstGeom prst="rect">
            <a:avLst/>
          </a:prstGeom>
        </p:spPr>
      </p:pic>
    </p:spTree>
    <p:extLst>
      <p:ext uri="{BB962C8B-B14F-4D97-AF65-F5344CB8AC3E}">
        <p14:creationId xmlns:p14="http://schemas.microsoft.com/office/powerpoint/2010/main" val="355123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95275" y="20922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2">
            <a:extLst>
              <a:ext uri="{FF2B5EF4-FFF2-40B4-BE49-F238E27FC236}">
                <a16:creationId xmlns:a16="http://schemas.microsoft.com/office/drawing/2014/main" id="{05A8AB8E-B597-483B-B345-D75CEA186425}"/>
              </a:ext>
            </a:extLst>
          </p:cNvPr>
          <p:cNvSpPr>
            <a:spLocks noChangeArrowheads="1"/>
          </p:cNvSpPr>
          <p:nvPr/>
        </p:nvSpPr>
        <p:spPr bwMode="auto">
          <a:xfrm>
            <a:off x="161365" y="909538"/>
            <a:ext cx="9735671"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1.  Crop Yield Prediction</a:t>
            </a:r>
          </a:p>
          <a:p>
            <a:r>
              <a:rPr lang="en-US" sz="1600" dirty="0"/>
              <a:t>Machine Learning models such as </a:t>
            </a:r>
            <a:r>
              <a:rPr lang="en-US" sz="1600" b="1" dirty="0"/>
              <a:t>Linear Regression, Random Forest, </a:t>
            </a:r>
            <a:r>
              <a:rPr lang="en-US" sz="1600" b="1" dirty="0" err="1"/>
              <a:t>XGBoost</a:t>
            </a:r>
            <a:r>
              <a:rPr lang="en-US" sz="1600" b="1" dirty="0"/>
              <a:t>, or Gradient Boosting</a:t>
            </a:r>
            <a:r>
              <a:rPr lang="en-US" sz="1600" dirty="0"/>
              <a:t> can be developed to predict crop yield based on rainfall, temperature, soil conditions, fertilizer usage, irrigation method, and other agricultural factors.</a:t>
            </a:r>
          </a:p>
          <a:p>
            <a:r>
              <a:rPr lang="en-US" sz="1600" b="1" dirty="0"/>
              <a:t>2.  Profit Prediction</a:t>
            </a:r>
          </a:p>
          <a:p>
            <a:r>
              <a:rPr lang="en-US" sz="1600" dirty="0"/>
              <a:t>A predictive model can be developed to estimate the </a:t>
            </a:r>
            <a:r>
              <a:rPr lang="en-US" sz="1600" b="1" dirty="0"/>
              <a:t>expected revenue, production cost, and profit</a:t>
            </a:r>
            <a:r>
              <a:rPr lang="en-US" sz="1600" dirty="0"/>
              <a:t> for a particular crop and season. This can help farmers evaluate potential economic outcomes before making cultivation decisions.</a:t>
            </a:r>
          </a:p>
          <a:p>
            <a:r>
              <a:rPr lang="en-US" sz="1600" b="1" dirty="0"/>
              <a:t>3. Weather-Based Analysis</a:t>
            </a:r>
          </a:p>
          <a:p>
            <a:r>
              <a:rPr lang="en-US" sz="1600" dirty="0"/>
              <a:t>Future versions can integrate </a:t>
            </a:r>
            <a:r>
              <a:rPr lang="en-US" sz="1600" b="1" dirty="0"/>
              <a:t>real-time and historical weather data</a:t>
            </a:r>
            <a:r>
              <a:rPr lang="en-US" sz="1600" dirty="0"/>
              <a:t> to study the impact of changing rainfall, temperature, humidity, and extreme weather conditions on agricultural performance.</a:t>
            </a:r>
          </a:p>
          <a:p>
            <a:r>
              <a:rPr lang="en-US" sz="1600" b="1" dirty="0"/>
              <a:t>4.  Smart Irrigation Recommendations</a:t>
            </a:r>
          </a:p>
          <a:p>
            <a:r>
              <a:rPr lang="en-US" sz="1600" dirty="0"/>
              <a:t>The project can be extended into an intelligent irrigation recommendation system that suggests suitable irrigation strategies based on </a:t>
            </a:r>
            <a:r>
              <a:rPr lang="en-US" sz="1600" b="1" dirty="0"/>
              <a:t>crop type, soil moisture, rainfall, season, and water availability</a:t>
            </a:r>
            <a:r>
              <a:rPr lang="en-US" sz="1600" dirty="0"/>
              <a:t>.</a:t>
            </a:r>
          </a:p>
          <a:p>
            <a:r>
              <a:rPr lang="en-US" sz="1600" b="1" dirty="0"/>
              <a:t>5.  Geographical Analysis</a:t>
            </a:r>
          </a:p>
          <a:p>
            <a:r>
              <a:rPr lang="en-US" sz="1600" dirty="0"/>
              <a:t>More detailed geographical analysis can be performed using </a:t>
            </a:r>
            <a:r>
              <a:rPr lang="en-US" sz="1600" b="1" dirty="0"/>
              <a:t>GIS and interactive maps</a:t>
            </a:r>
            <a:r>
              <a:rPr lang="en-US" sz="1600" dirty="0"/>
              <a:t> to identify high-performing and low-performing agricultural regions and understand regional patterns.</a:t>
            </a:r>
          </a:p>
          <a:p>
            <a:r>
              <a:rPr lang="en-US" sz="1600" b="1" dirty="0"/>
              <a:t>6.  Interactive Dashboard</a:t>
            </a:r>
          </a:p>
          <a:p>
            <a:r>
              <a:rPr lang="en-US" sz="1600" dirty="0"/>
              <a:t>The analysis can be converted into an interactive dashboard using </a:t>
            </a:r>
            <a:r>
              <a:rPr lang="en-US" sz="1600" b="1" dirty="0"/>
              <a:t>Power BI, Tableau, or </a:t>
            </a:r>
            <a:r>
              <a:rPr lang="en-US" sz="1600" b="1" dirty="0" err="1"/>
              <a:t>Streamlit</a:t>
            </a:r>
            <a:r>
              <a:rPr lang="en-US" sz="1600" dirty="0"/>
              <a:t>, allowing users to dynamically filter results by crop, season, state, irrigation method, and other parameters.</a:t>
            </a:r>
          </a:p>
          <a:p>
            <a:endParaRPr lang="en-US" sz="16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95275" y="209225"/>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2">
            <a:extLst>
              <a:ext uri="{FF2B5EF4-FFF2-40B4-BE49-F238E27FC236}">
                <a16:creationId xmlns:a16="http://schemas.microsoft.com/office/drawing/2014/main" id="{05A8AB8E-B597-483B-B345-D75CEA186425}"/>
              </a:ext>
            </a:extLst>
          </p:cNvPr>
          <p:cNvSpPr>
            <a:spLocks noChangeArrowheads="1"/>
          </p:cNvSpPr>
          <p:nvPr/>
        </p:nvSpPr>
        <p:spPr bwMode="auto">
          <a:xfrm>
            <a:off x="320982" y="1040222"/>
            <a:ext cx="9735671"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t>7.  AI-Based Decision Support System</a:t>
            </a:r>
          </a:p>
          <a:p>
            <a:r>
              <a:rPr lang="en-US" sz="1600" dirty="0"/>
              <a:t>An AI-powered agricultural decision-support system could combine historical agricultural data, weather information, crop performance, and economic indicators to provide personalized planning suggestions.</a:t>
            </a:r>
          </a:p>
          <a:p>
            <a:r>
              <a:rPr lang="en-US" sz="1600" b="1" dirty="0"/>
              <a:t>8. Time-Series Analysis</a:t>
            </a:r>
          </a:p>
          <a:p>
            <a:r>
              <a:rPr lang="en-US" sz="1600" dirty="0"/>
              <a:t>If multi-year historical data becomes available, </a:t>
            </a:r>
            <a:r>
              <a:rPr lang="en-US" sz="1600" b="1" dirty="0"/>
              <a:t>time-series forecasting</a:t>
            </a:r>
            <a:r>
              <a:rPr lang="en-US" sz="1600" dirty="0"/>
              <a:t> can be used to study long-term trends in crop yield, prices, production, rainfall, and profitability.</a:t>
            </a:r>
          </a:p>
          <a:p>
            <a:r>
              <a:rPr lang="en-US" sz="1600" b="1" dirty="0"/>
              <a:t>9.  Sustainability Analysis</a:t>
            </a:r>
          </a:p>
          <a:p>
            <a:r>
              <a:rPr lang="en-US" sz="1600" dirty="0"/>
              <a:t>Future analysis can focus more strongly on </a:t>
            </a:r>
            <a:r>
              <a:rPr lang="en-US" sz="1600" b="1" dirty="0"/>
              <a:t>water conservation, fertilizer usage, pesticide usage, and resource efficiency</a:t>
            </a:r>
            <a:r>
              <a:rPr lang="en-US" sz="1600" dirty="0"/>
              <a:t> to identify farming practices that provide better productivity while reducing resource consumption.</a:t>
            </a:r>
          </a:p>
          <a:p>
            <a:r>
              <a:rPr lang="en-US" sz="1600" b="1" dirty="0"/>
              <a:t>10.  Risk and Anomaly Detection</a:t>
            </a:r>
          </a:p>
          <a:p>
            <a:r>
              <a:rPr lang="en-US" sz="1600" dirty="0"/>
              <a:t>Machine Learning techniques can be used to detect </a:t>
            </a:r>
            <a:r>
              <a:rPr lang="en-US" sz="1600" b="1" dirty="0"/>
              <a:t>unusual yield, profit, weather, or resource-use patterns</a:t>
            </a:r>
            <a:r>
              <a:rPr lang="en-US" sz="1600" dirty="0"/>
              <a:t> and identify potentially risky agricultural conditions.</a:t>
            </a:r>
          </a:p>
          <a:p>
            <a:r>
              <a:rPr lang="en-US" sz="1600" b="1" dirty="0"/>
              <a:t>11.  Advanced Statistical Analysis</a:t>
            </a:r>
          </a:p>
          <a:p>
            <a:r>
              <a:rPr lang="en-US" sz="1600" dirty="0"/>
              <a:t>Future studies can use </a:t>
            </a:r>
            <a:r>
              <a:rPr lang="en-US" sz="1600" b="1" dirty="0"/>
              <a:t>multivariate regression, mixed-effects models, or interaction analysis</a:t>
            </a:r>
            <a:r>
              <a:rPr lang="en-US" sz="1600" dirty="0"/>
              <a:t> to control for multiple factors simultaneously and better understand the relationships between season, crop, region, and irrigation.</a:t>
            </a:r>
            <a:r>
              <a:rPr lang="en-US" sz="1600" b="1" dirty="0"/>
              <a:t> </a:t>
            </a:r>
          </a:p>
          <a:p>
            <a:r>
              <a:rPr lang="en-US" sz="1600" b="1" dirty="0"/>
              <a:t>12. Real-World Deployment</a:t>
            </a:r>
          </a:p>
          <a:p>
            <a:r>
              <a:rPr lang="en-US" sz="1600" dirty="0"/>
              <a:t>The complete solution could eventually be deployed as a </a:t>
            </a:r>
            <a:r>
              <a:rPr lang="en-US" sz="1600" b="1" dirty="0"/>
              <a:t>web or mobile application</a:t>
            </a:r>
            <a:r>
              <a:rPr lang="en-US" sz="1600" dirty="0"/>
              <a:t> where farmers or agricultural planners can enter their farming conditions and receive data-driven insights and recommendations.</a:t>
            </a:r>
          </a:p>
          <a:p>
            <a:endParaRPr lang="en-US" sz="1600" dirty="0"/>
          </a:p>
          <a:p>
            <a:endParaRPr lang="en-US" sz="1600" dirty="0"/>
          </a:p>
        </p:txBody>
      </p:sp>
    </p:spTree>
    <p:extLst>
      <p:ext uri="{BB962C8B-B14F-4D97-AF65-F5344CB8AC3E}">
        <p14:creationId xmlns:p14="http://schemas.microsoft.com/office/powerpoint/2010/main" val="152942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556A5DD-2E3A-4BDA-9010-E58F21E2C407}"/>
              </a:ext>
            </a:extLst>
          </p:cNvPr>
          <p:cNvSpPr txBox="1"/>
          <p:nvPr/>
        </p:nvSpPr>
        <p:spPr>
          <a:xfrm>
            <a:off x="675957" y="2497325"/>
            <a:ext cx="8283388" cy="646331"/>
          </a:xfrm>
          <a:prstGeom prst="rect">
            <a:avLst/>
          </a:prstGeom>
          <a:noFill/>
        </p:spPr>
        <p:txBody>
          <a:bodyPr wrap="square" rtlCol="0">
            <a:spAutoFit/>
          </a:bodyPr>
          <a:lstStyle/>
          <a:p>
            <a:r>
              <a:rPr lang="en-US" dirty="0"/>
              <a:t>GitHub Repo Link: https://github.com/AnetColin/Seasonal_Agriculture_Performance_Analysis.git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98911"/>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F172797-F101-4B3C-A888-68FB617B3482}"/>
              </a:ext>
            </a:extLst>
          </p:cNvPr>
          <p:cNvPicPr>
            <a:picLocks noChangeAspect="1"/>
          </p:cNvPicPr>
          <p:nvPr/>
        </p:nvPicPr>
        <p:blipFill>
          <a:blip r:embed="rId3"/>
          <a:stretch>
            <a:fillRect/>
          </a:stretch>
        </p:blipFill>
        <p:spPr>
          <a:xfrm>
            <a:off x="320981" y="1089212"/>
            <a:ext cx="10281211" cy="566987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0769400" cy="3487080"/>
          </a:xfrm>
          <a:prstGeom prst="rect">
            <a:avLst/>
          </a:prstGeom>
        </p:spPr>
        <p:txBody>
          <a:bodyPr anchor="ctr">
            <a:norm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702</TotalTime>
  <Words>1281</Words>
  <Application>Microsoft Office PowerPoint</Application>
  <PresentationFormat>Widescreen</PresentationFormat>
  <Paragraphs>103</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Project Description  </vt:lpstr>
      <vt:lpstr>WHO ARE THE END USERS?</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Anet Rockey</cp:lastModifiedBy>
  <cp:revision>102</cp:revision>
  <dcterms:created xsi:type="dcterms:W3CDTF">2021-07-11T13:13:15Z</dcterms:created>
  <dcterms:modified xsi:type="dcterms:W3CDTF">2026-09-04T07:41:54Z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